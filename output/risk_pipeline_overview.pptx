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4"/>
    <p:sldMasterId id="2147483746" r:id="rId5"/>
    <p:sldMasterId id="2147483748" r:id="rId6"/>
    <p:sldMasterId id="2147483696" r:id="rId7"/>
  </p:sldMasterIdLst>
  <p:notesMasterIdLst>
    <p:notesMasterId r:id="rId10"/>
  </p:notesMasterIdLst>
  <p:handoutMasterIdLst>
    <p:handoutMasterId r:id="rId11"/>
  </p:handoutMasterIdLst>
  <p:sldIdLst>
    <p:sldId id="692" r:id="rId8"/>
    <p:sldId id="693" r:id="rId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41"/>
    <a:srgbClr val="233E66"/>
    <a:srgbClr val="FFD043"/>
    <a:srgbClr val="CEFA4A"/>
    <a:srgbClr val="C3E8FF"/>
    <a:srgbClr val="9EC405"/>
    <a:srgbClr val="FCF9F0"/>
    <a:srgbClr val="66B4E3"/>
    <a:srgbClr val="5C594C"/>
    <a:srgbClr val="DFDC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96327"/>
  </p:normalViewPr>
  <p:slideViewPr>
    <p:cSldViewPr snapToGrid="0" snapToObjects="1">
      <p:cViewPr varScale="1">
        <p:scale>
          <a:sx n="70" d="100"/>
          <a:sy n="70" d="100"/>
        </p:scale>
        <p:origin x="892" y="52"/>
      </p:cViewPr>
      <p:guideLst/>
    </p:cSldViewPr>
  </p:slideViewPr>
  <p:outlineViewPr>
    <p:cViewPr>
      <p:scale>
        <a:sx n="33" d="100"/>
        <a:sy n="33" d="100"/>
      </p:scale>
      <p:origin x="0" y="-16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son, Jon" userId="358ec1f7-19e6-4ee9-bced-c48a8c76c0eb" providerId="ADAL" clId="{27326346-380A-4642-91C3-3DF279C2EC94}"/>
    <pc:docChg chg="delSld">
      <pc:chgData name="Larson, Jon" userId="358ec1f7-19e6-4ee9-bced-c48a8c76c0eb" providerId="ADAL" clId="{27326346-380A-4642-91C3-3DF279C2EC94}" dt="2026-09-29T13:31:26.043" v="0" actId="47"/>
      <pc:docMkLst>
        <pc:docMk/>
      </pc:docMkLst>
      <pc:sldChg chg="del">
        <pc:chgData name="Larson, Jon" userId="358ec1f7-19e6-4ee9-bced-c48a8c76c0eb" providerId="ADAL" clId="{27326346-380A-4642-91C3-3DF279C2EC94}" dt="2026-09-29T13:31:26.043" v="0" actId="47"/>
        <pc:sldMkLst>
          <pc:docMk/>
          <pc:sldMk cId="2018839026" sldId="670"/>
        </pc:sldMkLst>
      </pc:sldChg>
      <pc:sldChg chg="del">
        <pc:chgData name="Larson, Jon" userId="358ec1f7-19e6-4ee9-bced-c48a8c76c0eb" providerId="ADAL" clId="{27326346-380A-4642-91C3-3DF279C2EC94}" dt="2026-09-29T13:31:26.043" v="0" actId="47"/>
        <pc:sldMkLst>
          <pc:docMk/>
          <pc:sldMk cId="1805450174" sldId="688"/>
        </pc:sldMkLst>
      </pc:sldChg>
      <pc:sldChg chg="del">
        <pc:chgData name="Larson, Jon" userId="358ec1f7-19e6-4ee9-bced-c48a8c76c0eb" providerId="ADAL" clId="{27326346-380A-4642-91C3-3DF279C2EC94}" dt="2026-09-29T13:31:26.043" v="0" actId="47"/>
        <pc:sldMkLst>
          <pc:docMk/>
          <pc:sldMk cId="2844570812" sldId="6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3832D44-2936-F148-8FD1-661A648F5D04}" type="datetimeFigureOut">
              <a:rPr lang="en-US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72BD3CC-20A9-814A-8DF4-9B872ED1C2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EEEC668-0326-AD4B-82C7-D5208662938C}" type="datetimeFigureOut">
              <a:rPr lang="en-US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FA950B0-EC29-9C4D-9EBB-80C2AD84CC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18D5C-9E3A-5F4A-BBE4-AE6734DF09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D1D6B-F0F9-7B4C-B58B-C27B7CED7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4F0A7A-3AF9-4547-BB76-992D46C71C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0F81C-CC1E-6943-905F-6B371C1DE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616440" cy="5797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4CCCA35-0A27-D141-849E-634F8068C6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6025" y="159416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778A4A7B-1031-A04E-A6F4-70FAF3923B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86025" y="224948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A8AF1579-1A01-D94B-90FD-B980B4E143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86025" y="292004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58262063-7695-EF4E-A38A-AA8905AF05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86025" y="359060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6" name="Text Placeholder 31">
            <a:extLst>
              <a:ext uri="{FF2B5EF4-FFF2-40B4-BE49-F238E27FC236}">
                <a16:creationId xmlns:a16="http://schemas.microsoft.com/office/drawing/2014/main" id="{63660500-ABE5-0E43-A782-ECF29D0E64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86025" y="425354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B1A81C1E-4C28-3C4D-AE8E-99CBB9B977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86025" y="491648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D204CFE-09FF-BF4C-98CD-96D42C721F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24941" y="156210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CB4D007B-824B-4C43-B890-2A22329DD6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24941" y="223266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AA557D97-72F5-A44F-9DD7-A60C698CF0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24941" y="289560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585477EF-43CC-C242-BE15-B298976961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24941" y="356616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43" name="Text Placeholder 38">
            <a:extLst>
              <a:ext uri="{FF2B5EF4-FFF2-40B4-BE49-F238E27FC236}">
                <a16:creationId xmlns:a16="http://schemas.microsoft.com/office/drawing/2014/main" id="{CB1E9AF6-1F0B-9243-B6E8-034BBE692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24941" y="421386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44" name="Text Placeholder 38">
            <a:extLst>
              <a:ext uri="{FF2B5EF4-FFF2-40B4-BE49-F238E27FC236}">
                <a16:creationId xmlns:a16="http://schemas.microsoft.com/office/drawing/2014/main" id="{2030E8E7-F401-D648-AAD3-BA932012C5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24941" y="487680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A67F8D-94A6-874C-9A90-A8D6E4149F91}"/>
              </a:ext>
            </a:extLst>
          </p:cNvPr>
          <p:cNvSpPr/>
          <p:nvPr userDrawn="1"/>
        </p:nvSpPr>
        <p:spPr bwMode="auto">
          <a:xfrm rot="5400000">
            <a:off x="2073275" y="1755775"/>
            <a:ext cx="365125" cy="53975"/>
          </a:xfrm>
          <a:prstGeom prst="rect">
            <a:avLst/>
          </a:prstGeom>
          <a:solidFill>
            <a:srgbClr val="19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7A8C31-CD1E-7B4E-B825-A67A5690D3D1}"/>
              </a:ext>
            </a:extLst>
          </p:cNvPr>
          <p:cNvSpPr/>
          <p:nvPr userDrawn="1"/>
        </p:nvSpPr>
        <p:spPr bwMode="auto">
          <a:xfrm rot="5400000">
            <a:off x="2075656" y="2416969"/>
            <a:ext cx="363538" cy="57150"/>
          </a:xfrm>
          <a:prstGeom prst="rect">
            <a:avLst/>
          </a:prstGeom>
          <a:solidFill>
            <a:srgbClr val="4CA7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CD7D12-2221-E641-A5D7-02A5305623E9}"/>
              </a:ext>
            </a:extLst>
          </p:cNvPr>
          <p:cNvSpPr/>
          <p:nvPr userDrawn="1"/>
        </p:nvSpPr>
        <p:spPr bwMode="auto">
          <a:xfrm rot="5400000">
            <a:off x="2075656" y="3080544"/>
            <a:ext cx="363538" cy="57150"/>
          </a:xfrm>
          <a:prstGeom prst="rect">
            <a:avLst/>
          </a:prstGeom>
          <a:solidFill>
            <a:srgbClr val="7FC0E8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33D5D1-F533-D045-86D8-06CE2A844381}"/>
              </a:ext>
            </a:extLst>
          </p:cNvPr>
          <p:cNvSpPr/>
          <p:nvPr userDrawn="1"/>
        </p:nvSpPr>
        <p:spPr bwMode="auto">
          <a:xfrm rot="5400000">
            <a:off x="2074862" y="3743326"/>
            <a:ext cx="365125" cy="57150"/>
          </a:xfrm>
          <a:prstGeom prst="rect">
            <a:avLst/>
          </a:prstGeom>
          <a:solidFill>
            <a:srgbClr val="7FC0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C3F386-BA3A-9644-B699-602B47AFBC12}"/>
              </a:ext>
            </a:extLst>
          </p:cNvPr>
          <p:cNvSpPr/>
          <p:nvPr userDrawn="1"/>
        </p:nvSpPr>
        <p:spPr bwMode="auto">
          <a:xfrm rot="5400000">
            <a:off x="2074862" y="4406901"/>
            <a:ext cx="365125" cy="57150"/>
          </a:xfrm>
          <a:prstGeom prst="rect">
            <a:avLst/>
          </a:prstGeom>
          <a:solidFill>
            <a:srgbClr val="B2D9F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761025-40D6-5546-AE63-288C7EE3D90B}"/>
              </a:ext>
            </a:extLst>
          </p:cNvPr>
          <p:cNvSpPr/>
          <p:nvPr userDrawn="1"/>
        </p:nvSpPr>
        <p:spPr bwMode="auto">
          <a:xfrm rot="5400000">
            <a:off x="2075656" y="5069682"/>
            <a:ext cx="363537" cy="57150"/>
          </a:xfrm>
          <a:prstGeom prst="rect">
            <a:avLst/>
          </a:prstGeom>
          <a:solidFill>
            <a:srgbClr val="B2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70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18D5C-9E3A-5F4A-BBE4-AE6734DF09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D1D6B-F0F9-7B4C-B58B-C27B7CED7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4F0A7A-3AF9-4547-BB76-992D46C71C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0F81C-CC1E-6943-905F-6B371C1DE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616440" cy="5797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4CCCA35-0A27-D141-849E-634F8068C6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6025" y="159416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778A4A7B-1031-A04E-A6F4-70FAF3923B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86025" y="224948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A8AF1579-1A01-D94B-90FD-B980B4E143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86025" y="292004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58262063-7695-EF4E-A38A-AA8905AF05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86025" y="359060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6" name="Text Placeholder 31">
            <a:extLst>
              <a:ext uri="{FF2B5EF4-FFF2-40B4-BE49-F238E27FC236}">
                <a16:creationId xmlns:a16="http://schemas.microsoft.com/office/drawing/2014/main" id="{63660500-ABE5-0E43-A782-ECF29D0E64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86025" y="425354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B1A81C1E-4C28-3C4D-AE8E-99CBB9B977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86025" y="491648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D204CFE-09FF-BF4C-98CD-96D42C721F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24941" y="156210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CB4D007B-824B-4C43-B890-2A22329DD6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24941" y="223266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AA557D97-72F5-A44F-9DD7-A60C698CF0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24941" y="289560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585477EF-43CC-C242-BE15-B298976961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24941" y="356616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43" name="Text Placeholder 38">
            <a:extLst>
              <a:ext uri="{FF2B5EF4-FFF2-40B4-BE49-F238E27FC236}">
                <a16:creationId xmlns:a16="http://schemas.microsoft.com/office/drawing/2014/main" id="{CB1E9AF6-1F0B-9243-B6E8-034BBE692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24941" y="421386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44" name="Text Placeholder 38">
            <a:extLst>
              <a:ext uri="{FF2B5EF4-FFF2-40B4-BE49-F238E27FC236}">
                <a16:creationId xmlns:a16="http://schemas.microsoft.com/office/drawing/2014/main" id="{2030E8E7-F401-D648-AAD3-BA932012C5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24941" y="487680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A2260B34-2EF8-484F-A062-8CD73CE404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98458" y="159416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24" name="Text Placeholder 31">
            <a:extLst>
              <a:ext uri="{FF2B5EF4-FFF2-40B4-BE49-F238E27FC236}">
                <a16:creationId xmlns:a16="http://schemas.microsoft.com/office/drawing/2014/main" id="{B99E5375-810B-9D4C-914B-92AE629F31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98458" y="224948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25" name="Text Placeholder 31">
            <a:extLst>
              <a:ext uri="{FF2B5EF4-FFF2-40B4-BE49-F238E27FC236}">
                <a16:creationId xmlns:a16="http://schemas.microsoft.com/office/drawing/2014/main" id="{2D25CD62-3B5C-F54E-8944-B52A47D726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98458" y="292004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26" name="Text Placeholder 31">
            <a:extLst>
              <a:ext uri="{FF2B5EF4-FFF2-40B4-BE49-F238E27FC236}">
                <a16:creationId xmlns:a16="http://schemas.microsoft.com/office/drawing/2014/main" id="{AD07F63E-37DF-6247-A6E1-8194B84ED9D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98458" y="359060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27" name="Text Placeholder 31">
            <a:extLst>
              <a:ext uri="{FF2B5EF4-FFF2-40B4-BE49-F238E27FC236}">
                <a16:creationId xmlns:a16="http://schemas.microsoft.com/office/drawing/2014/main" id="{90FD0217-E76E-E743-B759-0772FCE9FB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98458" y="425354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28" name="Text Placeholder 31">
            <a:extLst>
              <a:ext uri="{FF2B5EF4-FFF2-40B4-BE49-F238E27FC236}">
                <a16:creationId xmlns:a16="http://schemas.microsoft.com/office/drawing/2014/main" id="{D355AECD-6CAD-B749-A346-980A33B3AC5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98458" y="4916489"/>
            <a:ext cx="230727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Contents Title</a:t>
            </a:r>
          </a:p>
        </p:txBody>
      </p:sp>
      <p:sp>
        <p:nvSpPr>
          <p:cNvPr id="29" name="Text Placeholder 38">
            <a:extLst>
              <a:ext uri="{FF2B5EF4-FFF2-40B4-BE49-F238E27FC236}">
                <a16:creationId xmlns:a16="http://schemas.microsoft.com/office/drawing/2014/main" id="{FDD84FA1-BF57-8A48-85C6-20C2DCBCE0A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37374" y="156210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07</a:t>
            </a:r>
          </a:p>
        </p:txBody>
      </p:sp>
      <p:sp>
        <p:nvSpPr>
          <p:cNvPr id="30" name="Text Placeholder 38">
            <a:extLst>
              <a:ext uri="{FF2B5EF4-FFF2-40B4-BE49-F238E27FC236}">
                <a16:creationId xmlns:a16="http://schemas.microsoft.com/office/drawing/2014/main" id="{C0A6CE38-CA6A-8647-81A5-28BAA845981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37374" y="223266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08</a:t>
            </a:r>
          </a:p>
        </p:txBody>
      </p:sp>
      <p:sp>
        <p:nvSpPr>
          <p:cNvPr id="31" name="Text Placeholder 38">
            <a:extLst>
              <a:ext uri="{FF2B5EF4-FFF2-40B4-BE49-F238E27FC236}">
                <a16:creationId xmlns:a16="http://schemas.microsoft.com/office/drawing/2014/main" id="{3B0DAF82-1778-0641-B72F-4CCD4F0B3E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37374" y="289560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09</a:t>
            </a: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8A4BD48A-08FF-C54F-B6F7-36C7F59F26C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37374" y="356616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10</a:t>
            </a:r>
          </a:p>
        </p:txBody>
      </p:sp>
      <p:sp>
        <p:nvSpPr>
          <p:cNvPr id="51" name="Text Placeholder 38">
            <a:extLst>
              <a:ext uri="{FF2B5EF4-FFF2-40B4-BE49-F238E27FC236}">
                <a16:creationId xmlns:a16="http://schemas.microsoft.com/office/drawing/2014/main" id="{35BBC175-776A-A746-B8D4-D5D9E5D4971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37374" y="421386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11</a:t>
            </a:r>
          </a:p>
        </p:txBody>
      </p:sp>
      <p:sp>
        <p:nvSpPr>
          <p:cNvPr id="52" name="Text Placeholder 38">
            <a:extLst>
              <a:ext uri="{FF2B5EF4-FFF2-40B4-BE49-F238E27FC236}">
                <a16:creationId xmlns:a16="http://schemas.microsoft.com/office/drawing/2014/main" id="{149C3143-2D81-434E-95EB-6EEF895054D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37374" y="4876801"/>
            <a:ext cx="648335" cy="481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12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2F2DF8-E6EB-494A-94D8-4A979EEA8F08}"/>
              </a:ext>
            </a:extLst>
          </p:cNvPr>
          <p:cNvSpPr/>
          <p:nvPr userDrawn="1"/>
        </p:nvSpPr>
        <p:spPr bwMode="auto">
          <a:xfrm rot="5400000">
            <a:off x="2073275" y="1755775"/>
            <a:ext cx="365125" cy="53975"/>
          </a:xfrm>
          <a:prstGeom prst="rect">
            <a:avLst/>
          </a:prstGeom>
          <a:solidFill>
            <a:srgbClr val="19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E679A25-243B-1C45-8A0E-D95C93BE1C5C}"/>
              </a:ext>
            </a:extLst>
          </p:cNvPr>
          <p:cNvSpPr/>
          <p:nvPr userDrawn="1"/>
        </p:nvSpPr>
        <p:spPr bwMode="auto">
          <a:xfrm rot="5400000">
            <a:off x="2075656" y="2416969"/>
            <a:ext cx="363538" cy="57150"/>
          </a:xfrm>
          <a:prstGeom prst="rect">
            <a:avLst/>
          </a:prstGeom>
          <a:solidFill>
            <a:srgbClr val="4CA7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FBB17A-B184-D347-8C24-8BE0ECAFD18A}"/>
              </a:ext>
            </a:extLst>
          </p:cNvPr>
          <p:cNvSpPr/>
          <p:nvPr userDrawn="1"/>
        </p:nvSpPr>
        <p:spPr bwMode="auto">
          <a:xfrm rot="5400000">
            <a:off x="2075656" y="3080544"/>
            <a:ext cx="363538" cy="57150"/>
          </a:xfrm>
          <a:prstGeom prst="rect">
            <a:avLst/>
          </a:prstGeom>
          <a:solidFill>
            <a:srgbClr val="7FC0E8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4B5D784-2F7E-F44A-B843-54EE2593A6C0}"/>
              </a:ext>
            </a:extLst>
          </p:cNvPr>
          <p:cNvSpPr/>
          <p:nvPr userDrawn="1"/>
        </p:nvSpPr>
        <p:spPr bwMode="auto">
          <a:xfrm rot="5400000">
            <a:off x="2074862" y="3743326"/>
            <a:ext cx="365125" cy="57150"/>
          </a:xfrm>
          <a:prstGeom prst="rect">
            <a:avLst/>
          </a:prstGeom>
          <a:solidFill>
            <a:srgbClr val="7FC0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31D1290-D7C0-274D-8084-6B26D4B95F01}"/>
              </a:ext>
            </a:extLst>
          </p:cNvPr>
          <p:cNvSpPr/>
          <p:nvPr userDrawn="1"/>
        </p:nvSpPr>
        <p:spPr bwMode="auto">
          <a:xfrm rot="5400000">
            <a:off x="2074862" y="4406901"/>
            <a:ext cx="365125" cy="57150"/>
          </a:xfrm>
          <a:prstGeom prst="rect">
            <a:avLst/>
          </a:prstGeom>
          <a:solidFill>
            <a:srgbClr val="B2D9F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2B26C71-1AB4-DD49-B690-0C46FFCA8189}"/>
              </a:ext>
            </a:extLst>
          </p:cNvPr>
          <p:cNvSpPr/>
          <p:nvPr userDrawn="1"/>
        </p:nvSpPr>
        <p:spPr bwMode="auto">
          <a:xfrm rot="5400000">
            <a:off x="2075656" y="5069682"/>
            <a:ext cx="363537" cy="57150"/>
          </a:xfrm>
          <a:prstGeom prst="rect">
            <a:avLst/>
          </a:prstGeom>
          <a:solidFill>
            <a:srgbClr val="B2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C686F3-6DEF-5A46-A7EE-11C44576580F}"/>
              </a:ext>
            </a:extLst>
          </p:cNvPr>
          <p:cNvSpPr/>
          <p:nvPr userDrawn="1"/>
        </p:nvSpPr>
        <p:spPr bwMode="auto">
          <a:xfrm rot="5400000">
            <a:off x="6721475" y="1781175"/>
            <a:ext cx="365125" cy="53975"/>
          </a:xfrm>
          <a:prstGeom prst="rect">
            <a:avLst/>
          </a:prstGeom>
          <a:solidFill>
            <a:srgbClr val="19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E379DA8-DFCC-7E44-A1F6-E45AAC3E629A}"/>
              </a:ext>
            </a:extLst>
          </p:cNvPr>
          <p:cNvSpPr/>
          <p:nvPr userDrawn="1"/>
        </p:nvSpPr>
        <p:spPr bwMode="auto">
          <a:xfrm rot="5400000">
            <a:off x="6723856" y="2442369"/>
            <a:ext cx="363538" cy="57150"/>
          </a:xfrm>
          <a:prstGeom prst="rect">
            <a:avLst/>
          </a:prstGeom>
          <a:solidFill>
            <a:srgbClr val="4CA7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8B2CCB6-DCB0-9144-A5D7-EA667F54DEFB}"/>
              </a:ext>
            </a:extLst>
          </p:cNvPr>
          <p:cNvSpPr/>
          <p:nvPr userDrawn="1"/>
        </p:nvSpPr>
        <p:spPr bwMode="auto">
          <a:xfrm rot="5400000">
            <a:off x="6723856" y="3105944"/>
            <a:ext cx="363538" cy="57150"/>
          </a:xfrm>
          <a:prstGeom prst="rect">
            <a:avLst/>
          </a:prstGeom>
          <a:solidFill>
            <a:srgbClr val="7FC0E8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00EE77A-6ECD-D94D-AB0E-03A69BDF4C7E}"/>
              </a:ext>
            </a:extLst>
          </p:cNvPr>
          <p:cNvSpPr/>
          <p:nvPr userDrawn="1"/>
        </p:nvSpPr>
        <p:spPr bwMode="auto">
          <a:xfrm rot="5400000">
            <a:off x="6723062" y="3768726"/>
            <a:ext cx="365125" cy="57150"/>
          </a:xfrm>
          <a:prstGeom prst="rect">
            <a:avLst/>
          </a:prstGeom>
          <a:solidFill>
            <a:srgbClr val="7FC0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37E5C9E-2F4C-324A-AF4C-04FF8C9C6FD2}"/>
              </a:ext>
            </a:extLst>
          </p:cNvPr>
          <p:cNvSpPr/>
          <p:nvPr userDrawn="1"/>
        </p:nvSpPr>
        <p:spPr bwMode="auto">
          <a:xfrm rot="5400000">
            <a:off x="6723062" y="4432301"/>
            <a:ext cx="365125" cy="57150"/>
          </a:xfrm>
          <a:prstGeom prst="rect">
            <a:avLst/>
          </a:prstGeom>
          <a:solidFill>
            <a:srgbClr val="B2D9F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69A850-10D0-F442-9CFB-7E268A76F4F5}"/>
              </a:ext>
            </a:extLst>
          </p:cNvPr>
          <p:cNvSpPr/>
          <p:nvPr userDrawn="1"/>
        </p:nvSpPr>
        <p:spPr bwMode="auto">
          <a:xfrm rot="5400000">
            <a:off x="6723856" y="5095082"/>
            <a:ext cx="363537" cy="57150"/>
          </a:xfrm>
          <a:prstGeom prst="rect">
            <a:avLst/>
          </a:prstGeom>
          <a:solidFill>
            <a:srgbClr val="B2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32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Option -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5" y="1627188"/>
            <a:ext cx="18288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>
            <a:cxnSpLocks/>
          </p:cNvCxnSpPr>
          <p:nvPr/>
        </p:nvCxnSpPr>
        <p:spPr>
          <a:xfrm>
            <a:off x="1338263" y="3659188"/>
            <a:ext cx="1303337" cy="0"/>
          </a:xfrm>
          <a:prstGeom prst="line">
            <a:avLst/>
          </a:prstGeom>
          <a:ln w="28575">
            <a:solidFill>
              <a:srgbClr val="66B4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9200" y="2854327"/>
            <a:ext cx="8112369" cy="704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aseline="0"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3843949"/>
            <a:ext cx="6862762" cy="502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1219200" y="4921189"/>
            <a:ext cx="6862762" cy="4297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Edit Master text styles (Presenter Name)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350973"/>
            <a:ext cx="6862762" cy="4297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 (Date)</a:t>
            </a:r>
          </a:p>
        </p:txBody>
      </p:sp>
    </p:spTree>
    <p:extLst>
      <p:ext uri="{BB962C8B-B14F-4D97-AF65-F5344CB8AC3E}">
        <p14:creationId xmlns:p14="http://schemas.microsoft.com/office/powerpoint/2010/main" val="173238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22781-FF60-1340-AC32-4FC3DC222D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E26BF69-1BFE-E04A-846E-343D98B63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altLang="en-US" dirty="0">
                <a:solidFill>
                  <a:srgbClr val="66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HEADLINE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6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2F7D75-134F-5C4C-A479-96D0F825A18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1C1A0D-5901-9848-9530-C1D185CD5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BULLETED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3F83A-2F4A-C24A-8AC9-D30377A101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5950" y="1219200"/>
            <a:ext cx="9829800" cy="46148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B0F0"/>
              </a:buClr>
              <a:buFont typeface="Courier New" panose="02070309020205020404" pitchFamily="49" charset="0"/>
              <a:buChar char="o"/>
              <a:defRPr>
                <a:solidFill>
                  <a:schemeClr val="bg1"/>
                </a:solidFill>
              </a:defRPr>
            </a:lvl1pPr>
            <a:lvl2pPr marL="742950" indent="-285750">
              <a:buClr>
                <a:srgbClr val="00B0F0"/>
              </a:buClr>
              <a:buFont typeface="Courier New" panose="02070309020205020404" pitchFamily="49" charset="0"/>
              <a:buChar char="o"/>
              <a:defRPr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00150" indent="-285750">
              <a:buClr>
                <a:srgbClr val="00B0F0"/>
              </a:buClr>
              <a:buSzPct val="100000"/>
              <a:buFont typeface="Courier New" panose="02070309020205020404" pitchFamily="49" charset="0"/>
              <a:buChar char="o"/>
              <a:defRPr b="0">
                <a:solidFill>
                  <a:schemeClr val="bg1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70244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2F7D75-134F-5C4C-A479-96D0F825A18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1C1A0D-5901-9848-9530-C1D185CD5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NUMBER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3F83A-2F4A-C24A-8AC9-D30377A101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5950" y="1219200"/>
            <a:ext cx="9829800" cy="461486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00B0F0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800100" indent="-342900">
              <a:buClr>
                <a:srgbClr val="00B0F0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buClr>
                <a:srgbClr val="00B0F0"/>
              </a:buClr>
              <a:buSzPct val="1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375119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l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7EDAA-3B0B-6349-92D5-0B77404DFB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CBFB4-22A4-7840-B868-769882D24E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4F0A7A-3AF9-4547-BB76-992D46C71C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4CF8C48-17FF-BB45-A7D3-32ADDCA22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94021" y="3885074"/>
            <a:ext cx="5603958" cy="5254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800"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SECTION 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200FC4-88C0-9343-9D5B-E4C22E8A71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1030" y="4621442"/>
            <a:ext cx="3309938" cy="508000"/>
          </a:xfrm>
          <a:prstGeom prst="rect">
            <a:avLst/>
          </a:prstGeom>
        </p:spPr>
        <p:txBody>
          <a:bodyPr/>
          <a:lstStyle>
            <a:lvl1pPr marL="0" indent="0" algn="ctr" rtl="0">
              <a:buNone/>
              <a:defRPr>
                <a:solidFill>
                  <a:srgbClr val="233E66"/>
                </a:solidFill>
              </a:defRPr>
            </a:lvl1pPr>
          </a:lstStyle>
          <a:p>
            <a:pPr rtl="0"/>
            <a:r>
              <a:rPr lang="en-US" sz="2000" b="1" i="0" u="none" strike="noStrike" kern="1200" baseline="0" dirty="0">
                <a:solidFill>
                  <a:srgbClr val="FFFFFF"/>
                </a:solidFill>
                <a:latin typeface="Open Sans Semibold" panose="020B0606030504020204" pitchFamily="34" charset="0"/>
              </a:rPr>
              <a:t>Click here to add text</a:t>
            </a:r>
          </a:p>
          <a:p>
            <a:pPr lvl="0"/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C02CAA9-7BC9-194E-99A2-AEA2E0E8A9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2500" y="1996408"/>
            <a:ext cx="2109788" cy="170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808662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l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0257CC-87CE-EE48-B57A-F0A59578E9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64CED-8680-B140-8CB2-D6A982D42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4F0A7A-3AF9-4547-BB76-992D46C71C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4DFC40-ABCE-2645-94C9-BFC3A37DB1FE}"/>
              </a:ext>
            </a:extLst>
          </p:cNvPr>
          <p:cNvCxnSpPr>
            <a:cxnSpLocks/>
          </p:cNvCxnSpPr>
          <p:nvPr userDrawn="1"/>
        </p:nvCxnSpPr>
        <p:spPr>
          <a:xfrm>
            <a:off x="2254250" y="2841625"/>
            <a:ext cx="0" cy="755650"/>
          </a:xfrm>
          <a:prstGeom prst="line">
            <a:avLst/>
          </a:prstGeom>
          <a:ln w="28575">
            <a:solidFill>
              <a:srgbClr val="66B4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F328ED4-2CE0-2042-89B3-5D6DF3C3B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33638" y="2749327"/>
            <a:ext cx="7256462" cy="525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SECTION 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9F8FC04-AB78-CE4B-95F6-3B8EA03281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33638" y="3382057"/>
            <a:ext cx="7256462" cy="34766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>
                <a:solidFill>
                  <a:srgbClr val="233E66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Click here to add text</a:t>
            </a:r>
          </a:p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FEB626-DDC2-234F-BEBF-1D698B74D7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992" y="2558936"/>
            <a:ext cx="1757871" cy="1321027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 sz="9600"/>
            </a:lvl1pPr>
          </a:lstStyle>
          <a:p>
            <a:pPr lvl="0"/>
            <a:r>
              <a:rPr lang="en-US" dirty="0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91516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6533D-43CA-0A48-9BA8-5143580CA0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ECA05-C438-0749-82B5-53F5816D6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4F0A7A-3AF9-4547-BB76-992D46C71C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A45FC7-F40A-FA45-B6DD-B71025DC3860}"/>
              </a:ext>
            </a:extLst>
          </p:cNvPr>
          <p:cNvSpPr/>
          <p:nvPr/>
        </p:nvSpPr>
        <p:spPr bwMode="auto">
          <a:xfrm>
            <a:off x="1165225" y="1958975"/>
            <a:ext cx="4719638" cy="3744913"/>
          </a:xfrm>
          <a:prstGeom prst="rect">
            <a:avLst/>
          </a:prstGeom>
          <a:solidFill>
            <a:srgbClr val="339BDA">
              <a:alpha val="15000"/>
            </a:srgbClr>
          </a:solidFill>
          <a:ln w="3175">
            <a:noFill/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2" spcCol="822960"/>
          <a:lstStyle/>
          <a:p>
            <a:pPr eaLnBrk="1" fontAlgn="auto" hangingPunct="1">
              <a:spcBef>
                <a:spcPts val="0"/>
              </a:spcBef>
              <a:spcAft>
                <a:spcPts val="1200"/>
              </a:spcAft>
              <a:defRPr/>
            </a:pPr>
            <a:endParaRPr lang="en-US" dirty="0">
              <a:solidFill>
                <a:srgbClr val="CCDEEE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99E72-82B7-F048-AB19-105F4B67238A}"/>
              </a:ext>
            </a:extLst>
          </p:cNvPr>
          <p:cNvSpPr/>
          <p:nvPr/>
        </p:nvSpPr>
        <p:spPr bwMode="auto">
          <a:xfrm>
            <a:off x="6400800" y="1928813"/>
            <a:ext cx="4719638" cy="3746500"/>
          </a:xfrm>
          <a:prstGeom prst="rect">
            <a:avLst/>
          </a:prstGeom>
          <a:solidFill>
            <a:srgbClr val="339BDA">
              <a:alpha val="15000"/>
            </a:srgbClr>
          </a:solidFill>
          <a:ln w="3175">
            <a:noFill/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2" spcCol="822960"/>
          <a:lstStyle/>
          <a:p>
            <a:pPr eaLnBrk="1" fontAlgn="auto" hangingPunct="1">
              <a:spcBef>
                <a:spcPts val="0"/>
              </a:spcBef>
              <a:spcAft>
                <a:spcPts val="1200"/>
              </a:spcAft>
              <a:buClr>
                <a:srgbClr val="00B0F0"/>
              </a:buClr>
              <a:defRPr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C3A0EF-AF76-0A45-AE3F-F9374D234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35088" y="2139950"/>
            <a:ext cx="4354512" cy="3386138"/>
          </a:xfrm>
          <a:prstGeom prst="rect">
            <a:avLst/>
          </a:prstGeom>
        </p:spPr>
        <p:txBody>
          <a:bodyPr/>
          <a:lstStyle>
            <a:lvl1pPr marL="342900" indent="-342900" rtl="0" eaLnBrk="1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>
                <a:srgbClr val="00B0F0"/>
              </a:buClr>
              <a:buSzPts val="2000"/>
              <a:buFont typeface="Courier New" panose="02070309020205020404" pitchFamily="49" charset="0"/>
              <a:buChar char="o"/>
              <a:defRPr sz="1800">
                <a:solidFill>
                  <a:schemeClr val="bg1"/>
                </a:solidFill>
              </a:defRPr>
            </a:lvl1pPr>
          </a:lstStyle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Eipsa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et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quasi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architecto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Eipsa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et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quasi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Eipsa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et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quasi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Eipsa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et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quasi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architecto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beatae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et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quasi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architecto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beatae</a:t>
            </a:r>
            <a:endParaRPr lang="id-ID" b="0" i="0" u="none" strike="noStrike" kern="1200" baseline="0" dirty="0">
              <a:solidFill>
                <a:srgbClr val="FFFFFF"/>
              </a:solidFill>
              <a:latin typeface="Open Sans" panose="020B060603050402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4A86064-CF45-7F46-BC61-5FEC78CBA3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8962" y="2108994"/>
            <a:ext cx="4383314" cy="3386138"/>
          </a:xfrm>
          <a:prstGeom prst="rect">
            <a:avLst/>
          </a:prstGeom>
        </p:spPr>
        <p:txBody>
          <a:bodyPr/>
          <a:lstStyle>
            <a:lvl1pPr rtl="0">
              <a:buClr>
                <a:srgbClr val="00B0F0"/>
              </a:buClr>
              <a:buSzPts val="2000"/>
              <a:buFont typeface="Courier New" panose="02070309020205020404" pitchFamily="49" charset="0"/>
              <a:buChar char="o"/>
              <a:defRPr sz="1800">
                <a:solidFill>
                  <a:srgbClr val="233E66"/>
                </a:solidFill>
              </a:defRPr>
            </a:lvl1pPr>
          </a:lstStyle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Eipsa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et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quasi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architecto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Eipsa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et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quasi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Eipsa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et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quasi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Eipsa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et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quasi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architecto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beatae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et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quasi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</a:p>
          <a:p>
            <a:pPr rtl="0">
              <a:buSzPts val="2000"/>
              <a:buFont typeface="Courier New" panose="02070309020205020404" pitchFamily="49" charset="0"/>
              <a:buChar char="o"/>
            </a:pP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architecto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beatae</a:t>
            </a:r>
            <a:endParaRPr lang="id-ID" b="0" i="0" u="none" strike="noStrike" kern="1200" baseline="0" dirty="0">
              <a:solidFill>
                <a:srgbClr val="FFFFFF"/>
              </a:solidFill>
              <a:latin typeface="Open Sans" panose="020B0606030504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EAE72AB-D7CE-9E40-B868-5D7CE7E5C2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1395413"/>
            <a:ext cx="4551476" cy="400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Headline 2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0776223-BF1A-2147-B512-4BB702B33A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5225" y="1395413"/>
            <a:ext cx="4732338" cy="4041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Headline 1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326E601-DC0C-694B-BDDE-426D4931D5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altLang="en-US" dirty="0">
                <a:solidFill>
                  <a:srgbClr val="66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COMPARISON BULLETED 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635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6533D-43CA-0A48-9BA8-5143580CA0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ECA05-C438-0749-82B5-53F5816D6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4F0A7A-3AF9-4547-BB76-992D46C71C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A45FC7-F40A-FA45-B6DD-B71025DC3860}"/>
              </a:ext>
            </a:extLst>
          </p:cNvPr>
          <p:cNvSpPr/>
          <p:nvPr/>
        </p:nvSpPr>
        <p:spPr bwMode="auto">
          <a:xfrm>
            <a:off x="1165225" y="1958975"/>
            <a:ext cx="4719638" cy="3744913"/>
          </a:xfrm>
          <a:prstGeom prst="rect">
            <a:avLst/>
          </a:prstGeom>
          <a:solidFill>
            <a:srgbClr val="339BDA">
              <a:alpha val="15000"/>
            </a:srgbClr>
          </a:solidFill>
          <a:ln w="3175">
            <a:noFill/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2" spcCol="822960"/>
          <a:lstStyle/>
          <a:p>
            <a:pPr eaLnBrk="1" fontAlgn="auto" hangingPunct="1">
              <a:spcBef>
                <a:spcPts val="0"/>
              </a:spcBef>
              <a:spcAft>
                <a:spcPts val="1200"/>
              </a:spcAft>
              <a:buClr>
                <a:srgbClr val="00B0F0"/>
              </a:buClr>
              <a:defRPr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99E72-82B7-F048-AB19-105F4B67238A}"/>
              </a:ext>
            </a:extLst>
          </p:cNvPr>
          <p:cNvSpPr/>
          <p:nvPr/>
        </p:nvSpPr>
        <p:spPr bwMode="auto">
          <a:xfrm>
            <a:off x="6400800" y="1928813"/>
            <a:ext cx="4719638" cy="3746500"/>
          </a:xfrm>
          <a:prstGeom prst="rect">
            <a:avLst/>
          </a:prstGeom>
          <a:solidFill>
            <a:srgbClr val="339BDA">
              <a:alpha val="15000"/>
            </a:srgbClr>
          </a:solidFill>
          <a:ln w="3175">
            <a:noFill/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numCol="2" spcCol="822960"/>
          <a:lstStyle/>
          <a:p>
            <a:pPr eaLnBrk="1" fontAlgn="auto" hangingPunct="1">
              <a:spcBef>
                <a:spcPts val="0"/>
              </a:spcBef>
              <a:spcAft>
                <a:spcPts val="1200"/>
              </a:spcAft>
              <a:defRPr/>
            </a:pPr>
            <a:endParaRPr lang="en-US" dirty="0">
              <a:solidFill>
                <a:srgbClr val="CCDEEE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C3A0EF-AF76-0A45-AE3F-F9374D234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35088" y="2139950"/>
            <a:ext cx="4354512" cy="3386138"/>
          </a:xfrm>
          <a:prstGeom prst="rect">
            <a:avLst/>
          </a:prstGeom>
        </p:spPr>
        <p:txBody>
          <a:bodyPr/>
          <a:lstStyle>
            <a:lvl1pPr marL="457200" indent="-457200" algn="l" rtl="0" eaLnBrk="1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>
                <a:srgbClr val="00B0F0"/>
              </a:buClr>
              <a:buSzPts val="2000"/>
              <a:buFont typeface="+mj-lt"/>
              <a:buAutoNum type="arabicPeriod"/>
              <a:defRPr sz="1800">
                <a:solidFill>
                  <a:srgbClr val="233E66"/>
                </a:solidFill>
              </a:defRPr>
            </a:lvl1pPr>
          </a:lstStyle>
          <a:p>
            <a:pPr lvl="0"/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et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quasi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architecto</a:t>
            </a:r>
            <a:endParaRPr lang="id-ID" b="1" i="0" u="none" strike="noStrike" kern="1200" baseline="0" dirty="0">
              <a:solidFill>
                <a:srgbClr val="66B4E3"/>
              </a:solidFill>
              <a:latin typeface="Open Sans Semibold" panose="020B0606030504020204" pitchFamily="34" charset="0"/>
            </a:endParaRPr>
          </a:p>
          <a:p>
            <a:pPr lvl="0"/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et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quasi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architecto</a:t>
            </a:r>
            <a:endParaRPr lang="id-ID" b="1" i="0" u="none" strike="noStrike" kern="1200" baseline="0" dirty="0">
              <a:solidFill>
                <a:srgbClr val="66B4E3"/>
              </a:solidFill>
              <a:latin typeface="Open Sans Semibold" panose="020B0606030504020204" pitchFamily="34" charset="0"/>
            </a:endParaRPr>
          </a:p>
          <a:p>
            <a:pPr lvl="0"/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et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quasi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architecto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EAE72AB-D7CE-9E40-B868-5D7CE7E5C2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1395413"/>
            <a:ext cx="4551476" cy="400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Headline 2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0776223-BF1A-2147-B512-4BB702B33A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5225" y="1395413"/>
            <a:ext cx="4732338" cy="4041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Headline 1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326E601-DC0C-694B-BDDE-426D4931D5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altLang="en-US" dirty="0">
                <a:solidFill>
                  <a:srgbClr val="66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COMPARISON NUMBERED LIST</a:t>
            </a:r>
            <a:endParaRPr lang="en-US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C35A26B4-B985-7848-9BDF-9E390BC91E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3363" y="2139950"/>
            <a:ext cx="4354512" cy="3386138"/>
          </a:xfrm>
          <a:prstGeom prst="rect">
            <a:avLst/>
          </a:prstGeom>
        </p:spPr>
        <p:txBody>
          <a:bodyPr/>
          <a:lstStyle>
            <a:lvl1pPr marL="457200" indent="-457200" algn="l" rtl="0" eaLnBrk="1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>
                <a:srgbClr val="00B0F0"/>
              </a:buClr>
              <a:buSzPts val="2000"/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et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quasi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architecto</a:t>
            </a:r>
            <a:endParaRPr lang="id-ID" b="1" i="0" u="none" strike="noStrike" kern="1200" baseline="0" dirty="0">
              <a:solidFill>
                <a:srgbClr val="66B4E3"/>
              </a:solidFill>
              <a:latin typeface="Open Sans Semibold" panose="020B0606030504020204" pitchFamily="34" charset="0"/>
            </a:endParaRPr>
          </a:p>
          <a:p>
            <a:pPr lvl="0"/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et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quasi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architecto</a:t>
            </a:r>
            <a:endParaRPr lang="id-ID" b="1" i="0" u="none" strike="noStrike" kern="1200" baseline="0" dirty="0">
              <a:solidFill>
                <a:srgbClr val="66B4E3"/>
              </a:solidFill>
              <a:latin typeface="Open Sans Semibold" panose="020B0606030504020204" pitchFamily="34" charset="0"/>
            </a:endParaRPr>
          </a:p>
          <a:p>
            <a:pPr lvl="0"/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quae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0" i="0" u="none" strike="noStrike" kern="1200" baseline="0" dirty="0" err="1">
                <a:solidFill>
                  <a:srgbClr val="FFFFFF"/>
                </a:solidFill>
                <a:latin typeface="Open Sans" panose="020B0606030504020204" pitchFamily="34" charset="0"/>
              </a:rPr>
              <a:t>ab</a:t>
            </a:r>
            <a:r>
              <a:rPr lang="id-ID" b="0" i="0" u="none" strike="noStrike" kern="1200" baseline="0" dirty="0">
                <a:solidFill>
                  <a:srgbClr val="FFFFFF"/>
                </a:solidFill>
                <a:latin typeface="Open Sans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et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quasi</a:t>
            </a:r>
            <a:r>
              <a:rPr lang="id-ID" b="1" i="0" u="none" strike="noStrike" kern="1200" baseline="0" dirty="0">
                <a:solidFill>
                  <a:srgbClr val="66B4E3"/>
                </a:solidFill>
                <a:latin typeface="Open Sans Semibold" panose="020B0606030504020204" pitchFamily="34" charset="0"/>
              </a:rPr>
              <a:t> </a:t>
            </a:r>
            <a:r>
              <a:rPr lang="id-ID" b="1" i="0" u="none" strike="noStrike" kern="1200" baseline="0" dirty="0" err="1">
                <a:solidFill>
                  <a:srgbClr val="66B4E3"/>
                </a:solidFill>
                <a:latin typeface="Open Sans Semibold" panose="020B0606030504020204" pitchFamily="34" charset="0"/>
              </a:rPr>
              <a:t>architecto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719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Out Quote -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5BAFB-B782-A54B-B22F-281E047F44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BD896-DF11-9143-946A-527A44B395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4F0A7A-3AF9-4547-BB76-992D46C71C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664892-50FC-9A4E-9258-08DC655C0C60}"/>
              </a:ext>
            </a:extLst>
          </p:cNvPr>
          <p:cNvCxnSpPr>
            <a:cxnSpLocks/>
          </p:cNvCxnSpPr>
          <p:nvPr userDrawn="1"/>
        </p:nvCxnSpPr>
        <p:spPr>
          <a:xfrm flipV="1">
            <a:off x="1604963" y="2840038"/>
            <a:ext cx="0" cy="1208087"/>
          </a:xfrm>
          <a:prstGeom prst="line">
            <a:avLst/>
          </a:prstGeom>
          <a:ln w="57150">
            <a:solidFill>
              <a:srgbClr val="66B4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96DA1622-5562-0A41-B805-C12F6D6C7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B53C67-EE0D-5342-9DEB-5FBC2026A2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2104" y="2840038"/>
            <a:ext cx="8783637" cy="1208087"/>
          </a:xfrm>
          <a:prstGeom prst="rect">
            <a:avLst/>
          </a:prstGeom>
        </p:spPr>
        <p:txBody>
          <a:bodyPr/>
          <a:lstStyle>
            <a:lvl1pPr marL="0" indent="0" eaLnBrk="1" hangingPunct="1">
              <a:spcAft>
                <a:spcPts val="1200"/>
              </a:spcAft>
              <a:buNone/>
              <a:defRPr>
                <a:solidFill>
                  <a:srgbClr val="233E66"/>
                </a:solidFill>
              </a:defRPr>
            </a:lvl1pPr>
            <a:lvl5pPr>
              <a:defRPr>
                <a:solidFill>
                  <a:srgbClr val="233E66"/>
                </a:solidFill>
              </a:defRPr>
            </a:lvl5pPr>
          </a:lstStyle>
          <a:p>
            <a:pPr eaLnBrk="1" hangingPunct="1">
              <a:spcAft>
                <a:spcPts val="1200"/>
              </a:spcAft>
            </a:pP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Es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hat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nicht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nur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5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Jahrhunderte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überlebt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,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sondern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auch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in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Spruch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in die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elektronische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Schriftbearbeitung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geschafft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(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bemerke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,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nahezu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unverändert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). welches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Passagen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von Lorem Ipsum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enhielt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, so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wie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Desktop Software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wie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Aldus PageMaker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ebenfalls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mit</a:t>
            </a:r>
            <a:r>
              <a:rPr lang="en-US" altLang="en-US" sz="2000" b="1" i="1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Lorem Ipsum.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33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Out Quote -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6E21A-6FF9-E348-8875-33905F75A7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7D8F4-CD24-CD48-8415-93E09A2162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4F0A7A-3AF9-4547-BB76-992D46C71C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424C8-444C-7F48-95A5-F75D28ECB86D}"/>
              </a:ext>
            </a:extLst>
          </p:cNvPr>
          <p:cNvSpPr/>
          <p:nvPr userDrawn="1"/>
        </p:nvSpPr>
        <p:spPr bwMode="auto">
          <a:xfrm>
            <a:off x="0" y="2075612"/>
            <a:ext cx="12192000" cy="2654300"/>
          </a:xfrm>
          <a:prstGeom prst="rect">
            <a:avLst/>
          </a:prstGeom>
          <a:solidFill>
            <a:srgbClr val="99C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CFD4DD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2E53B3-733D-624D-B8A1-3967710B06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5397BF0-083F-4745-A667-E6185B5775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8950" y="2743200"/>
            <a:ext cx="8932863" cy="1277257"/>
          </a:xfrm>
          <a:prstGeom prst="rect">
            <a:avLst/>
          </a:prstGeom>
        </p:spPr>
        <p:txBody>
          <a:bodyPr/>
          <a:lstStyle>
            <a:lvl1pPr marL="0" indent="0" eaLnBrk="1" hangingPunct="1">
              <a:spcAft>
                <a:spcPts val="1200"/>
              </a:spcAft>
              <a:buNone/>
              <a:defRPr>
                <a:solidFill>
                  <a:srgbClr val="233E66"/>
                </a:solidFill>
              </a:defRPr>
            </a:lvl1pPr>
          </a:lstStyle>
          <a:p>
            <a:pPr eaLnBrk="1" hangingPunct="1">
              <a:spcAft>
                <a:spcPts val="1200"/>
              </a:spcAft>
            </a:pP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Es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hat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nicht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nur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5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Jahrhunderte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überlebt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,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sondern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auch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in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Spruch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in die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elektronische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Schriftbearbeitung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geschafft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(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bemerke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,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nahezu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unverändert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). welches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Passagen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von Lorem Ipsum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enhielt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, so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wie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Desktop Software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wie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Aldus PageMaker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ebenfalls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i="1" dirty="0" err="1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mit</a:t>
            </a:r>
            <a:r>
              <a:rPr lang="en-US" altLang="en-US" sz="2000" b="1" i="1" dirty="0">
                <a:solidFill>
                  <a:srgbClr val="10294E"/>
                </a:solidFill>
                <a:latin typeface="Open Sans Semibold" charset="0"/>
                <a:ea typeface="Open Sans Semibold" charset="0"/>
                <a:cs typeface="Open Sans Semibold" charset="0"/>
              </a:rPr>
              <a:t> Lorem Ipsum.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378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D4933-11DB-8B47-BB23-25F5DA6B25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84632"/>
            <a:ext cx="9610344" cy="54032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24010-4B92-1F4C-8196-55009A03E9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C4FE2-E353-094D-AF99-2C019788CE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4F0A7A-3AF9-4547-BB76-992D46C71C2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65835C8-2D33-AB43-A8AB-138416947776}"/>
              </a:ext>
            </a:extLst>
          </p:cNvPr>
          <p:cNvSpPr/>
          <p:nvPr userDrawn="1"/>
        </p:nvSpPr>
        <p:spPr bwMode="auto">
          <a:xfrm>
            <a:off x="1393952" y="2517648"/>
            <a:ext cx="2818384" cy="763588"/>
          </a:xfrm>
          <a:prstGeom prst="roundRect">
            <a:avLst/>
          </a:prstGeom>
          <a:solidFill>
            <a:srgbClr val="102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9C9A5D-EE98-4B4F-BC4E-17E6DC290F3C}"/>
              </a:ext>
            </a:extLst>
          </p:cNvPr>
          <p:cNvSpPr/>
          <p:nvPr/>
        </p:nvSpPr>
        <p:spPr bwMode="auto">
          <a:xfrm>
            <a:off x="5276978" y="2517648"/>
            <a:ext cx="2806319" cy="763588"/>
          </a:xfrm>
          <a:prstGeom prst="roundRect">
            <a:avLst/>
          </a:prstGeom>
          <a:solidFill>
            <a:srgbClr val="102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DA98B1-9FD7-D64D-BE84-9A4C8D36D8FF}"/>
              </a:ext>
            </a:extLst>
          </p:cNvPr>
          <p:cNvSpPr/>
          <p:nvPr/>
        </p:nvSpPr>
        <p:spPr bwMode="auto">
          <a:xfrm>
            <a:off x="9158413" y="2517648"/>
            <a:ext cx="2718396" cy="763588"/>
          </a:xfrm>
          <a:prstGeom prst="roundRect">
            <a:avLst/>
          </a:prstGeom>
          <a:solidFill>
            <a:srgbClr val="102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59FE6C-24D6-CF4A-BCC8-41543697A8B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393952" y="3781300"/>
            <a:ext cx="10482856" cy="765175"/>
            <a:chOff x="1565758" y="4050823"/>
            <a:chExt cx="10482438" cy="764290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30E530C5-829F-BE42-A86A-D5BA61F5F19C}"/>
                </a:ext>
              </a:extLst>
            </p:cNvPr>
            <p:cNvSpPr/>
            <p:nvPr/>
          </p:nvSpPr>
          <p:spPr bwMode="auto">
            <a:xfrm>
              <a:off x="1565758" y="4050823"/>
              <a:ext cx="2818272" cy="764290"/>
            </a:xfrm>
            <a:prstGeom prst="roundRect">
              <a:avLst/>
            </a:prstGeom>
            <a:solidFill>
              <a:srgbClr val="10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780F6215-A339-6C49-A16E-E12B447C1A14}"/>
                </a:ext>
              </a:extLst>
            </p:cNvPr>
            <p:cNvSpPr/>
            <p:nvPr/>
          </p:nvSpPr>
          <p:spPr bwMode="auto">
            <a:xfrm>
              <a:off x="5448628" y="4050823"/>
              <a:ext cx="2806207" cy="764290"/>
            </a:xfrm>
            <a:prstGeom prst="roundRect">
              <a:avLst/>
            </a:prstGeom>
            <a:solidFill>
              <a:srgbClr val="10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73D2CA26-7DAE-544F-9684-6FAE687E4A4E}"/>
                </a:ext>
              </a:extLst>
            </p:cNvPr>
            <p:cNvSpPr/>
            <p:nvPr/>
          </p:nvSpPr>
          <p:spPr bwMode="auto">
            <a:xfrm>
              <a:off x="9329911" y="4050823"/>
              <a:ext cx="2718285" cy="764290"/>
            </a:xfrm>
            <a:prstGeom prst="roundRect">
              <a:avLst/>
            </a:prstGeom>
            <a:solidFill>
              <a:srgbClr val="10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63F55A9-1675-1742-8176-8682DDE86F8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96296" y="3447923"/>
            <a:ext cx="7764463" cy="166697"/>
            <a:chOff x="1065166" y="3447785"/>
            <a:chExt cx="7764871" cy="167232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7263A85-006A-D34A-8078-DB117CFC1438}"/>
                </a:ext>
              </a:extLst>
            </p:cNvPr>
            <p:cNvCxnSpPr>
              <a:cxnSpLocks/>
            </p:cNvCxnSpPr>
            <p:nvPr/>
          </p:nvCxnSpPr>
          <p:spPr>
            <a:xfrm>
              <a:off x="1065166" y="3447785"/>
              <a:ext cx="0" cy="1672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D529DBB-D620-1D4F-BC99-287415339096}"/>
                </a:ext>
              </a:extLst>
            </p:cNvPr>
            <p:cNvCxnSpPr>
              <a:cxnSpLocks/>
            </p:cNvCxnSpPr>
            <p:nvPr/>
          </p:nvCxnSpPr>
          <p:spPr>
            <a:xfrm>
              <a:off x="4948395" y="3447794"/>
              <a:ext cx="0" cy="1672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B9264EE-FF85-0F48-AEBF-21B156B90ECE}"/>
                </a:ext>
              </a:extLst>
            </p:cNvPr>
            <p:cNvCxnSpPr>
              <a:cxnSpLocks/>
            </p:cNvCxnSpPr>
            <p:nvPr/>
          </p:nvCxnSpPr>
          <p:spPr>
            <a:xfrm>
              <a:off x="8830037" y="3447793"/>
              <a:ext cx="0" cy="1672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A7AD08A-8E30-0C48-B455-3E765FA5BCC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97091" y="2112835"/>
            <a:ext cx="7764498" cy="238128"/>
            <a:chOff x="1096892" y="2112461"/>
            <a:chExt cx="7764905" cy="238238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C66416D-AC98-F34B-88EE-8137FE59BA32}"/>
                </a:ext>
              </a:extLst>
            </p:cNvPr>
            <p:cNvCxnSpPr>
              <a:cxnSpLocks/>
            </p:cNvCxnSpPr>
            <p:nvPr/>
          </p:nvCxnSpPr>
          <p:spPr>
            <a:xfrm>
              <a:off x="4978549" y="2112461"/>
              <a:ext cx="1588" cy="2382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lbow Connector 53">
              <a:extLst>
                <a:ext uri="{FF2B5EF4-FFF2-40B4-BE49-F238E27FC236}">
                  <a16:creationId xmlns:a16="http://schemas.microsoft.com/office/drawing/2014/main" id="{3B8421CF-DCAE-CD49-9921-5688B7BB9A8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801065" y="289964"/>
              <a:ext cx="238235" cy="3883229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Elbow Connector 54">
              <a:extLst>
                <a:ext uri="{FF2B5EF4-FFF2-40B4-BE49-F238E27FC236}">
                  <a16:creationId xmlns:a16="http://schemas.microsoft.com/office/drawing/2014/main" id="{3535CDB5-93F7-F34F-B930-A5B06C43C0C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18594" y="290762"/>
              <a:ext cx="238235" cy="388164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19AF85F-315D-2844-BA17-09C6FC89BBA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393952" y="5014783"/>
            <a:ext cx="10482854" cy="763587"/>
            <a:chOff x="1565758" y="5283190"/>
            <a:chExt cx="10482436" cy="763808"/>
          </a:xfrm>
        </p:grpSpPr>
        <p:grpSp>
          <p:nvGrpSpPr>
            <p:cNvPr id="57" name="Group 23">
              <a:extLst>
                <a:ext uri="{FF2B5EF4-FFF2-40B4-BE49-F238E27FC236}">
                  <a16:creationId xmlns:a16="http://schemas.microsoft.com/office/drawing/2014/main" id="{3535B67D-08D4-3148-9B33-AFACD1F037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5758" y="5283190"/>
              <a:ext cx="10482436" cy="763808"/>
              <a:chOff x="1565758" y="5272467"/>
              <a:chExt cx="10482436" cy="763808"/>
            </a:xfrm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22962C39-FA6E-6F4F-ADCD-DE36ABE57DB3}"/>
                  </a:ext>
                </a:extLst>
              </p:cNvPr>
              <p:cNvSpPr/>
              <p:nvPr/>
            </p:nvSpPr>
            <p:spPr bwMode="auto">
              <a:xfrm>
                <a:off x="1565758" y="5272467"/>
                <a:ext cx="2818272" cy="763808"/>
              </a:xfrm>
              <a:prstGeom prst="roundRect">
                <a:avLst/>
              </a:prstGeom>
              <a:solidFill>
                <a:srgbClr val="1029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EB99787E-6866-F34D-82E2-1B3F8FE30FBC}"/>
                  </a:ext>
                </a:extLst>
              </p:cNvPr>
              <p:cNvSpPr/>
              <p:nvPr userDrawn="1"/>
            </p:nvSpPr>
            <p:spPr bwMode="auto">
              <a:xfrm>
                <a:off x="9329910" y="5272467"/>
                <a:ext cx="2718284" cy="763808"/>
              </a:xfrm>
              <a:prstGeom prst="roundRect">
                <a:avLst/>
              </a:prstGeom>
              <a:solidFill>
                <a:srgbClr val="1029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4C71DCB3-F56E-CB44-9BE1-4D73D33D6426}"/>
                </a:ext>
              </a:extLst>
            </p:cNvPr>
            <p:cNvSpPr/>
            <p:nvPr userDrawn="1"/>
          </p:nvSpPr>
          <p:spPr bwMode="auto">
            <a:xfrm>
              <a:off x="5447041" y="5283190"/>
              <a:ext cx="2807794" cy="763808"/>
            </a:xfrm>
            <a:prstGeom prst="roundRect">
              <a:avLst/>
            </a:prstGeom>
            <a:solidFill>
              <a:srgbClr val="10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55006138-DA93-5A41-8458-97EAAC86A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6977" y="2357001"/>
            <a:ext cx="1093643" cy="1095413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11D3A8AC-962E-0A4F-8C05-8EEE8B097751}"/>
              </a:ext>
            </a:extLst>
          </p:cNvPr>
          <p:cNvSpPr/>
          <p:nvPr/>
        </p:nvSpPr>
        <p:spPr bwMode="auto">
          <a:xfrm>
            <a:off x="5276978" y="1176528"/>
            <a:ext cx="2806319" cy="763588"/>
          </a:xfrm>
          <a:prstGeom prst="roundRect">
            <a:avLst/>
          </a:prstGeom>
          <a:solidFill>
            <a:srgbClr val="102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6" name="Picture Placeholder 8">
            <a:extLst>
              <a:ext uri="{FF2B5EF4-FFF2-40B4-BE49-F238E27FC236}">
                <a16:creationId xmlns:a16="http://schemas.microsoft.com/office/drawing/2014/main" id="{D2E9D32F-0BC3-0040-BF5C-9067D9E79C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568" y="3612704"/>
            <a:ext cx="1100140" cy="109855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0" name="Picture Placeholder 8">
            <a:extLst>
              <a:ext uri="{FF2B5EF4-FFF2-40B4-BE49-F238E27FC236}">
                <a16:creationId xmlns:a16="http://schemas.microsoft.com/office/drawing/2014/main" id="{9FAB737C-0FBE-234F-88D4-54E51BB666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6568" y="4861662"/>
            <a:ext cx="1100140" cy="109855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DF5C8FB9-17A4-5648-AD28-979F4E17CF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103798" y="4711254"/>
            <a:ext cx="0" cy="132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Picture Placeholder 8">
            <a:extLst>
              <a:ext uri="{FF2B5EF4-FFF2-40B4-BE49-F238E27FC236}">
                <a16:creationId xmlns:a16="http://schemas.microsoft.com/office/drawing/2014/main" id="{4671098D-52A9-414A-AD76-63DE6C56F0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24870" y="2349373"/>
            <a:ext cx="1100140" cy="109855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4" name="Picture Placeholder 8">
            <a:extLst>
              <a:ext uri="{FF2B5EF4-FFF2-40B4-BE49-F238E27FC236}">
                <a16:creationId xmlns:a16="http://schemas.microsoft.com/office/drawing/2014/main" id="{1CFD8025-38DE-1243-9B9E-AB85A91D5F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19720" y="3612704"/>
            <a:ext cx="1100140" cy="109855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5" name="Picture Placeholder 8">
            <a:extLst>
              <a:ext uri="{FF2B5EF4-FFF2-40B4-BE49-F238E27FC236}">
                <a16:creationId xmlns:a16="http://schemas.microsoft.com/office/drawing/2014/main" id="{CBF39882-FFF5-1243-B28B-633D4C2AC4D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29251" y="4861662"/>
            <a:ext cx="1096963" cy="109855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6" name="Picture Placeholder 8">
            <a:extLst>
              <a:ext uri="{FF2B5EF4-FFF2-40B4-BE49-F238E27FC236}">
                <a16:creationId xmlns:a16="http://schemas.microsoft.com/office/drawing/2014/main" id="{3D29E5E6-8ADA-734D-AFC4-7E333E5E9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308022" y="2349373"/>
            <a:ext cx="1100140" cy="109855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7" name="Picture Placeholder 8">
            <a:extLst>
              <a:ext uri="{FF2B5EF4-FFF2-40B4-BE49-F238E27FC236}">
                <a16:creationId xmlns:a16="http://schemas.microsoft.com/office/drawing/2014/main" id="{DC146073-5B9A-3D46-B062-EDDB9285CAB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02872" y="3612704"/>
            <a:ext cx="1100140" cy="109855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8" name="Picture Placeholder 8">
            <a:extLst>
              <a:ext uri="{FF2B5EF4-FFF2-40B4-BE49-F238E27FC236}">
                <a16:creationId xmlns:a16="http://schemas.microsoft.com/office/drawing/2014/main" id="{823E5979-0751-0246-B643-13B038F4725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302872" y="4861662"/>
            <a:ext cx="1100140" cy="109855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9" name="Picture Placeholder 8">
            <a:extLst>
              <a:ext uri="{FF2B5EF4-FFF2-40B4-BE49-F238E27FC236}">
                <a16:creationId xmlns:a16="http://schemas.microsoft.com/office/drawing/2014/main" id="{4C12B48B-73A1-F142-A88C-4558DF93AFF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24870" y="1008253"/>
            <a:ext cx="1100140" cy="109855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41B1400-211D-BD46-B898-EBFC869F25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962583" y="4705158"/>
            <a:ext cx="0" cy="166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A008E07-8F1E-E94C-95CF-A3014BCBBE1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837925" y="4711253"/>
            <a:ext cx="0" cy="166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 Placeholder 79">
            <a:extLst>
              <a:ext uri="{FF2B5EF4-FFF2-40B4-BE49-F238E27FC236}">
                <a16:creationId xmlns:a16="http://schemas.microsoft.com/office/drawing/2014/main" id="{BADE5FE2-D327-E645-92E8-B93D910F405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6584" y="2661352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/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Lorem Ipsum</a:t>
            </a:r>
          </a:p>
        </p:txBody>
      </p:sp>
      <p:sp>
        <p:nvSpPr>
          <p:cNvPr id="78" name="Text Placeholder 79">
            <a:extLst>
              <a:ext uri="{FF2B5EF4-FFF2-40B4-BE49-F238E27FC236}">
                <a16:creationId xmlns:a16="http://schemas.microsoft.com/office/drawing/2014/main" id="{E76FD99B-625C-A541-A581-2F198A2F3E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48855" y="2916170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Department</a:t>
            </a:r>
          </a:p>
        </p:txBody>
      </p:sp>
      <p:sp>
        <p:nvSpPr>
          <p:cNvPr id="79" name="Text Placeholder 79">
            <a:extLst>
              <a:ext uri="{FF2B5EF4-FFF2-40B4-BE49-F238E27FC236}">
                <a16:creationId xmlns:a16="http://schemas.microsoft.com/office/drawing/2014/main" id="{F10D7C79-27BC-B145-935A-8D9E8C59CD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95670" y="3959830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/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Lorem Ipsum</a:t>
            </a: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E22002F1-0103-5142-A57B-DD26F46885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97941" y="4214648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Department</a:t>
            </a:r>
          </a:p>
        </p:txBody>
      </p:sp>
      <p:sp>
        <p:nvSpPr>
          <p:cNvPr id="81" name="Text Placeholder 79">
            <a:extLst>
              <a:ext uri="{FF2B5EF4-FFF2-40B4-BE49-F238E27FC236}">
                <a16:creationId xmlns:a16="http://schemas.microsoft.com/office/drawing/2014/main" id="{967538C7-459E-8D47-AFBE-F5E2663EF0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6462" y="5171261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/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Lorem Ipsum</a:t>
            </a:r>
          </a:p>
        </p:txBody>
      </p:sp>
      <p:sp>
        <p:nvSpPr>
          <p:cNvPr id="82" name="Text Placeholder 79">
            <a:extLst>
              <a:ext uri="{FF2B5EF4-FFF2-40B4-BE49-F238E27FC236}">
                <a16:creationId xmlns:a16="http://schemas.microsoft.com/office/drawing/2014/main" id="{EEE218DF-55B1-4242-B4C3-68C3B6BF5D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28733" y="5426079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Department</a:t>
            </a:r>
          </a:p>
        </p:txBody>
      </p:sp>
      <p:sp>
        <p:nvSpPr>
          <p:cNvPr id="83" name="Text Placeholder 79">
            <a:extLst>
              <a:ext uri="{FF2B5EF4-FFF2-40B4-BE49-F238E27FC236}">
                <a16:creationId xmlns:a16="http://schemas.microsoft.com/office/drawing/2014/main" id="{F0C19260-5C23-4F44-B819-BFC2CCC49E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26214" y="1350077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/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Lorem Ipsum</a:t>
            </a:r>
          </a:p>
        </p:txBody>
      </p:sp>
      <p:sp>
        <p:nvSpPr>
          <p:cNvPr id="84" name="Text Placeholder 79">
            <a:extLst>
              <a:ext uri="{FF2B5EF4-FFF2-40B4-BE49-F238E27FC236}">
                <a16:creationId xmlns:a16="http://schemas.microsoft.com/office/drawing/2014/main" id="{27770E46-7285-954D-9E8F-B65A67E1EF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28485" y="1604895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Department</a:t>
            </a:r>
          </a:p>
        </p:txBody>
      </p:sp>
      <p:sp>
        <p:nvSpPr>
          <p:cNvPr id="85" name="Text Placeholder 79">
            <a:extLst>
              <a:ext uri="{FF2B5EF4-FFF2-40B4-BE49-F238E27FC236}">
                <a16:creationId xmlns:a16="http://schemas.microsoft.com/office/drawing/2014/main" id="{1CC04C75-20FE-8B47-A1BA-0953B01D85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87944" y="2681904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/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Lorem Ipsum</a:t>
            </a:r>
          </a:p>
        </p:txBody>
      </p:sp>
      <p:sp>
        <p:nvSpPr>
          <p:cNvPr id="86" name="Text Placeholder 79">
            <a:extLst>
              <a:ext uri="{FF2B5EF4-FFF2-40B4-BE49-F238E27FC236}">
                <a16:creationId xmlns:a16="http://schemas.microsoft.com/office/drawing/2014/main" id="{7170E12C-B363-6E4E-8A01-8A3F9303702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90215" y="2936722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Department</a:t>
            </a:r>
          </a:p>
        </p:txBody>
      </p:sp>
      <p:sp>
        <p:nvSpPr>
          <p:cNvPr id="87" name="Text Placeholder 79">
            <a:extLst>
              <a:ext uri="{FF2B5EF4-FFF2-40B4-BE49-F238E27FC236}">
                <a16:creationId xmlns:a16="http://schemas.microsoft.com/office/drawing/2014/main" id="{D859EFF6-34BE-A64D-A1CE-3177F831F4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87944" y="3948663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/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Lorem Ipsum</a:t>
            </a:r>
          </a:p>
        </p:txBody>
      </p:sp>
      <p:sp>
        <p:nvSpPr>
          <p:cNvPr id="88" name="Text Placeholder 79">
            <a:extLst>
              <a:ext uri="{FF2B5EF4-FFF2-40B4-BE49-F238E27FC236}">
                <a16:creationId xmlns:a16="http://schemas.microsoft.com/office/drawing/2014/main" id="{ADD6528D-8759-2542-814E-6E05039971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90215" y="4203481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Department</a:t>
            </a:r>
          </a:p>
        </p:txBody>
      </p:sp>
      <p:sp>
        <p:nvSpPr>
          <p:cNvPr id="89" name="Text Placeholder 79">
            <a:extLst>
              <a:ext uri="{FF2B5EF4-FFF2-40B4-BE49-F238E27FC236}">
                <a16:creationId xmlns:a16="http://schemas.microsoft.com/office/drawing/2014/main" id="{7742966D-6D6D-3144-8D7E-D43B64FB787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87944" y="5170485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/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Lorem Ipsum</a:t>
            </a:r>
          </a:p>
        </p:txBody>
      </p:sp>
      <p:sp>
        <p:nvSpPr>
          <p:cNvPr id="90" name="Text Placeholder 79">
            <a:extLst>
              <a:ext uri="{FF2B5EF4-FFF2-40B4-BE49-F238E27FC236}">
                <a16:creationId xmlns:a16="http://schemas.microsoft.com/office/drawing/2014/main" id="{CB734CF7-033C-E048-BAF2-B1A5ACCD422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90215" y="5425303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Department</a:t>
            </a:r>
          </a:p>
        </p:txBody>
      </p:sp>
      <p:sp>
        <p:nvSpPr>
          <p:cNvPr id="91" name="Text Placeholder 79">
            <a:extLst>
              <a:ext uri="{FF2B5EF4-FFF2-40B4-BE49-F238E27FC236}">
                <a16:creationId xmlns:a16="http://schemas.microsoft.com/office/drawing/2014/main" id="{4002D04C-2E94-D742-9998-80316256255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51507" y="2681904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/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Lorem Ipsum</a:t>
            </a:r>
          </a:p>
        </p:txBody>
      </p:sp>
      <p:sp>
        <p:nvSpPr>
          <p:cNvPr id="92" name="Text Placeholder 79">
            <a:extLst>
              <a:ext uri="{FF2B5EF4-FFF2-40B4-BE49-F238E27FC236}">
                <a16:creationId xmlns:a16="http://schemas.microsoft.com/office/drawing/2014/main" id="{793D7359-B2C2-3E4B-9E90-74F929801DD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53778" y="2936722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Department</a:t>
            </a:r>
          </a:p>
        </p:txBody>
      </p:sp>
      <p:sp>
        <p:nvSpPr>
          <p:cNvPr id="93" name="Text Placeholder 79">
            <a:extLst>
              <a:ext uri="{FF2B5EF4-FFF2-40B4-BE49-F238E27FC236}">
                <a16:creationId xmlns:a16="http://schemas.microsoft.com/office/drawing/2014/main" id="{FB34FEFC-8B78-7646-9747-38DD0380ED5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49236" y="3946372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/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Lorem Ipsum</a:t>
            </a:r>
          </a:p>
        </p:txBody>
      </p:sp>
      <p:sp>
        <p:nvSpPr>
          <p:cNvPr id="94" name="Text Placeholder 79">
            <a:extLst>
              <a:ext uri="{FF2B5EF4-FFF2-40B4-BE49-F238E27FC236}">
                <a16:creationId xmlns:a16="http://schemas.microsoft.com/office/drawing/2014/main" id="{2707E05E-E358-4D47-9DE7-96900C6BBC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51507" y="4201190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Department</a:t>
            </a:r>
          </a:p>
        </p:txBody>
      </p:sp>
      <p:sp>
        <p:nvSpPr>
          <p:cNvPr id="95" name="Text Placeholder 79">
            <a:extLst>
              <a:ext uri="{FF2B5EF4-FFF2-40B4-BE49-F238E27FC236}">
                <a16:creationId xmlns:a16="http://schemas.microsoft.com/office/drawing/2014/main" id="{06463B6D-2DBA-FF4E-BCC9-22B87C88317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36699" y="5188473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/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Lorem Ipsum</a:t>
            </a:r>
          </a:p>
        </p:txBody>
      </p:sp>
      <p:sp>
        <p:nvSpPr>
          <p:cNvPr id="96" name="Text Placeholder 79">
            <a:extLst>
              <a:ext uri="{FF2B5EF4-FFF2-40B4-BE49-F238E27FC236}">
                <a16:creationId xmlns:a16="http://schemas.microsoft.com/office/drawing/2014/main" id="{5D3DBDFE-7C1D-1442-A025-BFCB6D2DD2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38970" y="5443291"/>
            <a:ext cx="2292015" cy="189678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0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altLang="en-US" sz="1200" b="1" dirty="0">
                <a:solidFill>
                  <a:srgbClr val="65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Department</a:t>
            </a:r>
          </a:p>
        </p:txBody>
      </p:sp>
    </p:spTree>
    <p:extLst>
      <p:ext uri="{BB962C8B-B14F-4D97-AF65-F5344CB8AC3E}">
        <p14:creationId xmlns:p14="http://schemas.microsoft.com/office/powerpoint/2010/main" val="573418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Content, Bot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altLang="x-none" dirty="0">
                <a:latin typeface="Open Sans Semibold" charset="0"/>
                <a:ea typeface="Open Sans Semibold" charset="0"/>
                <a:cs typeface="Open Sans Semibold" charset="0"/>
              </a:rPr>
              <a:t>TEXT + IMAGE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15950" y="4043363"/>
            <a:ext cx="10964863" cy="1971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7BB0C-86E3-D749-ADB0-2D8F4827E7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8DF147-3B75-104C-8FDE-9C67660A62D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5950" y="1316038"/>
            <a:ext cx="10779125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Open Sans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marL="285750" indent="-285750" eaLnBrk="1" hangingPunct="1">
              <a:lnSpc>
                <a:spcPct val="110000"/>
              </a:lnSpc>
              <a:spcBef>
                <a:spcPts val="1000"/>
              </a:spcBef>
              <a:buClr>
                <a:srgbClr val="65B4E3"/>
              </a:buClr>
              <a:buFont typeface="Arial" panose="020B0604020202020204" pitchFamily="34" charset="0"/>
              <a:buChar char="•"/>
            </a:pPr>
            <a:endParaRPr lang="id-ID" altLang="en-US" dirty="0">
              <a:solidFill>
                <a:schemeClr val="bg1"/>
              </a:solidFill>
              <a:ea typeface="Open Sans" charset="0"/>
              <a:cs typeface="Open Sans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A04F0D-F4FA-D24E-B011-97E4100D97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950" y="1289050"/>
            <a:ext cx="10814050" cy="1770063"/>
          </a:xfrm>
          <a:prstGeom prst="rect">
            <a:avLst/>
          </a:prstGeom>
        </p:spPr>
        <p:txBody>
          <a:bodyPr/>
          <a:lstStyle>
            <a:lvl1pPr marL="285750" indent="-285750" eaLnBrk="1" hangingPunct="1"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  <a:buClr>
                <a:schemeClr val="tx2"/>
              </a:buClr>
              <a:buFont typeface="Courier New" panose="02070309020205020404" pitchFamily="49" charset="0"/>
              <a:buChar char="o"/>
              <a:defRPr sz="1800">
                <a:solidFill>
                  <a:schemeClr val="bg1"/>
                </a:solidFill>
              </a:defRPr>
            </a:lvl1pPr>
          </a:lstStyle>
          <a:p>
            <a:pPr marL="285750" indent="-285750" eaLnBrk="1" hangingPunct="1">
              <a:lnSpc>
                <a:spcPct val="110000"/>
              </a:lnSpc>
              <a:spcBef>
                <a:spcPts val="1000"/>
              </a:spcBef>
              <a:buClr>
                <a:srgbClr val="65B4E3"/>
              </a:buClr>
              <a:buFont typeface="Arial" panose="020B0604020202020204" pitchFamily="34" charset="0"/>
              <a:buChar char="•"/>
            </a:pP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Eipsa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ab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et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quasi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b="1" dirty="0" err="1">
                <a:solidFill>
                  <a:srgbClr val="65B4E3"/>
                </a:solidFill>
                <a:ea typeface="Open Sans" charset="0"/>
                <a:cs typeface="Open Sans" charset="0"/>
              </a:rPr>
              <a:t>architecto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beatae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et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quasi</a:t>
            </a:r>
            <a:endParaRPr lang="id-ID" altLang="en-US" dirty="0">
              <a:solidFill>
                <a:schemeClr val="bg1"/>
              </a:solidFill>
              <a:ea typeface="Open Sans" charset="0"/>
              <a:cs typeface="Open Sans" charset="0"/>
            </a:endParaRPr>
          </a:p>
          <a:p>
            <a:pPr marL="285750" indent="-285750" eaLnBrk="1" hangingPunct="1">
              <a:lnSpc>
                <a:spcPct val="110000"/>
              </a:lnSpc>
              <a:spcBef>
                <a:spcPts val="1000"/>
              </a:spcBef>
              <a:buClr>
                <a:srgbClr val="65B4E3"/>
              </a:buClr>
              <a:buFont typeface="Arial" panose="020B0604020202020204" pitchFamily="34" charset="0"/>
              <a:buChar char="•"/>
            </a:pP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Eipsa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ab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et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quasi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architecto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Sadfaxadf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Ewqd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dfdss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beatae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et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quasi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architecto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beatae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vitae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dicta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sunt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explicabo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beatae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et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quasi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architecto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beatae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vitae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dicta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sunt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explicabo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</a:t>
            </a:r>
            <a:endParaRPr lang="en-US" altLang="en-US" dirty="0">
              <a:solidFill>
                <a:schemeClr val="bg1"/>
              </a:solidFill>
              <a:ea typeface="Open Sans" charset="0"/>
              <a:cs typeface="Open Sans" charset="0"/>
            </a:endParaRPr>
          </a:p>
          <a:p>
            <a:pPr marL="285750" indent="-285750" eaLnBrk="1" hangingPunct="1"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  <a:buClr>
                <a:srgbClr val="65B4E3"/>
              </a:buClr>
              <a:buFont typeface="Arial" panose="020B0604020202020204" pitchFamily="34" charset="0"/>
              <a:buChar char="•"/>
            </a:pP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Eipsa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ab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et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quasi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architecto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beatae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et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quasi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architecto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beatae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vitae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dicta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sunt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id-ID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explicabo</a:t>
            </a:r>
            <a:r>
              <a:rPr lang="id-ID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4905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,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16527" y="1886152"/>
            <a:ext cx="5356225" cy="35718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782B6-66D6-034D-95C5-928A3EFCE8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23B9853-493E-D547-AB44-3CEB33970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PICTURE AND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D739CA5-2BF7-9447-9395-E65E63560B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40034" y="2653971"/>
            <a:ext cx="5008562" cy="28307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Integer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orci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sit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amet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augue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tempor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placerat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vel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id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enim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Cras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consequat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iaculis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nisl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, in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ullamcorper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urna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Donec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at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justo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facilisis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rutrum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arcu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sit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amet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luctus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felis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Donec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vel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felis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sapien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Vestibulum vitae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orci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nec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orci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molestie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luctus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Sed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rutrum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at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sapien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semper.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Nulla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egestas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eros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lorem,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sollicitudin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risus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ultrices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eget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Aenean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molestie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sodales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maximus.</a:t>
            </a:r>
            <a:endParaRPr lang="en-US" dirty="0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AC8FA0D2-9F86-BA48-941E-51D1F9AA66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40034" y="2110090"/>
            <a:ext cx="5284788" cy="400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60855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679144" y="1943701"/>
            <a:ext cx="1643063" cy="1820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165DB9-DCA9-C64B-9918-0A7468DF78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6436AB6D-C93E-1B4A-A62F-B0570A3297A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18652" y="1943701"/>
            <a:ext cx="1643063" cy="1820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6955F93-1F27-6445-859C-6AFF790834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94379" y="2482657"/>
            <a:ext cx="3288442" cy="2563813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id </a:t>
            </a:r>
            <a:r>
              <a:rPr lang="en-US" dirty="0" err="1"/>
              <a:t>enim</a:t>
            </a:r>
            <a:r>
              <a:rPr lang="en-US" dirty="0"/>
              <a:t>. Cras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, in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at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. Vestibulum vitae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at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semper.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lorem,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maximus.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940CB768-2214-DF40-BCAA-E5A242B4C0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94379" y="2020461"/>
            <a:ext cx="3288442" cy="400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BB83AA9-B0CC-C64D-87EB-DFC4D5B368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35045" y="2482657"/>
            <a:ext cx="3288442" cy="2563813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id </a:t>
            </a:r>
            <a:r>
              <a:rPr lang="en-US" dirty="0" err="1"/>
              <a:t>enim</a:t>
            </a:r>
            <a:r>
              <a:rPr lang="en-US" dirty="0"/>
              <a:t>. Cras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, in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at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. Vestibulum vitae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at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semper.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lorem,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maximus.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92C6A1F3-FD23-F84E-8EE6-79C17EC422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35045" y="2020461"/>
            <a:ext cx="3288442" cy="400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74755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,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1501776" y="1315927"/>
            <a:ext cx="1598613" cy="14336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1501776" y="3016987"/>
            <a:ext cx="1598613" cy="14336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Picture Placeholder 15"/>
          <p:cNvSpPr>
            <a:spLocks noGrp="1"/>
          </p:cNvSpPr>
          <p:nvPr>
            <p:ph type="pic" sz="quarter" idx="16"/>
          </p:nvPr>
        </p:nvSpPr>
        <p:spPr>
          <a:xfrm>
            <a:off x="1501776" y="4718047"/>
            <a:ext cx="1598613" cy="14336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23A2F-A119-CA4E-B995-5786B67025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EC8414D-5B45-274A-B06D-C518EE0461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40222" y="1534547"/>
            <a:ext cx="3208552" cy="400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5D54397-CEE4-8A44-A710-F34F490CDE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40113" y="1991532"/>
            <a:ext cx="6556294" cy="58815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 sz="16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/>
            </a:pP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Suspendisse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aasas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endParaRPr lang="en-US" altLang="en-US" dirty="0">
              <a:solidFill>
                <a:srgbClr val="5C594C"/>
              </a:solidFill>
              <a:ea typeface="Open Sans" charset="0"/>
              <a:cs typeface="Open Sans" charset="0"/>
            </a:endParaRPr>
          </a:p>
          <a:p>
            <a:pPr lvl="0"/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3FFEA5-4A8A-8C46-86A5-47733D944FD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39997" y="3194385"/>
            <a:ext cx="3208552" cy="400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8F02332-AF57-2143-B810-2183D3B05D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39888" y="3651370"/>
            <a:ext cx="6556294" cy="58815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 sz="16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/>
            </a:pP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Suspendisse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aasas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endParaRPr lang="en-US" altLang="en-US" dirty="0">
              <a:solidFill>
                <a:srgbClr val="5C594C"/>
              </a:solidFill>
              <a:ea typeface="Open Sans" charset="0"/>
              <a:cs typeface="Open Sans" charset="0"/>
            </a:endParaRPr>
          </a:p>
          <a:p>
            <a:pPr lvl="0"/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C7A4D23-F925-CB4B-A0C6-AAD667250AA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39997" y="4903046"/>
            <a:ext cx="3208552" cy="400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B7D8BD3A-767C-9E4C-BBD0-A3AC7466D1C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9888" y="5360031"/>
            <a:ext cx="6556294" cy="58815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 sz="16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/>
            </a:pP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Suspendisse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aasas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endParaRPr lang="en-US" altLang="en-US" dirty="0">
              <a:solidFill>
                <a:srgbClr val="5C594C"/>
              </a:solidFill>
              <a:ea typeface="Open Sans" charset="0"/>
              <a:cs typeface="Open Sans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078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1169985" y="3872911"/>
            <a:ext cx="1643063" cy="1820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1169986" y="1716675"/>
            <a:ext cx="1643063" cy="1820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7D5E53-C7FB-DE44-83A6-E8E8A89658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B32EDBE-6295-AE44-A5D8-613B196A6B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6263" y="2108200"/>
            <a:ext cx="5616575" cy="434975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>
                <a:solidFill>
                  <a:srgbClr val="66B4E3"/>
                </a:solidFill>
              </a:defRPr>
            </a:lvl1pPr>
          </a:lstStyle>
          <a:p>
            <a:pPr eaLnBrk="1" hangingPunct="1"/>
            <a:r>
              <a:rPr lang="en-US" altLang="en-US" sz="2000" b="1" dirty="0" err="1">
                <a:solidFill>
                  <a:srgbClr val="66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Bunksia</a:t>
            </a:r>
            <a:r>
              <a:rPr lang="en-US" altLang="en-US" sz="2000" b="1" dirty="0">
                <a:solidFill>
                  <a:srgbClr val="66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dirty="0" err="1">
                <a:solidFill>
                  <a:srgbClr val="66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dhsfd</a:t>
            </a:r>
            <a:endParaRPr lang="en-US" altLang="en-US" sz="2000" b="1" dirty="0">
              <a:solidFill>
                <a:srgbClr val="66B4E3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21243A6-1ED0-A24D-A481-7AEA62B946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6263" y="2543175"/>
            <a:ext cx="7494587" cy="5715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 sz="1400" b="0" i="0">
                <a:solidFill>
                  <a:srgbClr val="FCF9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/>
            </a:pP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Suspendisse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aasas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endParaRPr lang="en-US" altLang="en-US" dirty="0">
              <a:solidFill>
                <a:srgbClr val="5C594C"/>
              </a:solidFill>
              <a:ea typeface="Open Sans" charset="0"/>
              <a:cs typeface="Open Sans" charset="0"/>
            </a:endParaRPr>
          </a:p>
          <a:p>
            <a:pPr lvl="0"/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93CBE85-595E-4C40-B451-57866E319B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6263" y="4270213"/>
            <a:ext cx="5616575" cy="434975"/>
          </a:xfrm>
          <a:prstGeom prst="rect">
            <a:avLst/>
          </a:prstGeom>
        </p:spPr>
        <p:txBody>
          <a:bodyPr/>
          <a:lstStyle>
            <a:lvl1pPr marL="0" indent="0" eaLnBrk="1" hangingPunct="1">
              <a:buNone/>
              <a:defRPr>
                <a:solidFill>
                  <a:srgbClr val="66B4E3"/>
                </a:solidFill>
              </a:defRPr>
            </a:lvl1pPr>
          </a:lstStyle>
          <a:p>
            <a:pPr eaLnBrk="1" hangingPunct="1"/>
            <a:r>
              <a:rPr lang="en-US" altLang="en-US" sz="2000" b="1" dirty="0" err="1">
                <a:solidFill>
                  <a:srgbClr val="66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Bunksia</a:t>
            </a:r>
            <a:r>
              <a:rPr lang="en-US" altLang="en-US" sz="2000" b="1" dirty="0">
                <a:solidFill>
                  <a:srgbClr val="66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 </a:t>
            </a:r>
            <a:r>
              <a:rPr lang="en-US" altLang="en-US" sz="2000" b="1" dirty="0" err="1">
                <a:solidFill>
                  <a:srgbClr val="66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dhsfd</a:t>
            </a:r>
            <a:endParaRPr lang="en-US" altLang="en-US" sz="2000" b="1" dirty="0">
              <a:solidFill>
                <a:srgbClr val="66B4E3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6D1FFEF-8B95-3D48-A0B2-56EB2400C6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6263" y="4705188"/>
            <a:ext cx="7494587" cy="5715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 sz="1400" b="0" i="0">
                <a:solidFill>
                  <a:srgbClr val="FCF9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/>
            </a:pP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Suspendisse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aasas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endParaRPr lang="en-US" altLang="en-US" dirty="0">
              <a:solidFill>
                <a:srgbClr val="5C594C"/>
              </a:solidFill>
              <a:ea typeface="Open Sans" charset="0"/>
              <a:cs typeface="Open Sans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59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1441448" y="2288175"/>
            <a:ext cx="2030414" cy="1820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5080793" y="2288174"/>
            <a:ext cx="2030414" cy="1820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15"/>
          <p:cNvSpPr>
            <a:spLocks noGrp="1"/>
          </p:cNvSpPr>
          <p:nvPr>
            <p:ph type="pic" sz="quarter" idx="16"/>
          </p:nvPr>
        </p:nvSpPr>
        <p:spPr>
          <a:xfrm>
            <a:off x="8720138" y="2288173"/>
            <a:ext cx="2030414" cy="1820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115FA-547F-BF49-9CAB-F7B5BCA7EC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75CD962-80A7-DA43-8E2C-CED8E4292D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61567" y="4354513"/>
            <a:ext cx="2933028" cy="400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1D12033-B44B-B146-86F1-9D673D56C7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2025" y="4824413"/>
            <a:ext cx="2932113" cy="923925"/>
          </a:xfrm>
          <a:prstGeom prst="rect">
            <a:avLst/>
          </a:prstGeom>
        </p:spPr>
        <p:txBody>
          <a:bodyPr/>
          <a:lstStyle>
            <a:lvl1pPr marL="0" indent="0" algn="ctr" eaLnBrk="1" hangingPunct="1">
              <a:buNone/>
              <a:defRPr sz="1600" b="0" i="0">
                <a:solidFill>
                  <a:srgbClr val="FCF9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algn="ctr" eaLnBrk="1" hangingPunct="1"/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Suspendisse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aasas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.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8D105D9-084F-F744-A214-46262C9CAB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7234" y="4354513"/>
            <a:ext cx="2933028" cy="400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64243638-4C2E-AC48-8D4E-4D5164280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7692" y="4824413"/>
            <a:ext cx="2932113" cy="923925"/>
          </a:xfrm>
          <a:prstGeom prst="rect">
            <a:avLst/>
          </a:prstGeom>
        </p:spPr>
        <p:txBody>
          <a:bodyPr/>
          <a:lstStyle>
            <a:lvl1pPr marL="0" indent="0" algn="ctr" eaLnBrk="1" hangingPunct="1">
              <a:buNone/>
              <a:defRPr sz="1600" b="0" i="0">
                <a:solidFill>
                  <a:srgbClr val="FCF9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algn="ctr" eaLnBrk="1" hangingPunct="1"/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Suspendisse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aasas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. 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84FD3DF-4F8B-0D4F-99D5-B33C005631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12443" y="4354513"/>
            <a:ext cx="2933028" cy="400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55FC843F-B4DC-BD4B-AB78-F1A09141F19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12901" y="4824413"/>
            <a:ext cx="2932113" cy="923925"/>
          </a:xfrm>
          <a:prstGeom prst="rect">
            <a:avLst/>
          </a:prstGeom>
        </p:spPr>
        <p:txBody>
          <a:bodyPr/>
          <a:lstStyle>
            <a:lvl1pPr marL="0" indent="0" algn="ctr" eaLnBrk="1" hangingPunct="1">
              <a:buNone/>
              <a:defRPr sz="1600" b="0" i="0">
                <a:solidFill>
                  <a:srgbClr val="FCF9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algn="ctr" eaLnBrk="1" hangingPunct="1"/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Suspendisse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viverra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turpis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pulvinar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tellus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bibendum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rgbClr val="5C594C"/>
                </a:solidFill>
                <a:ea typeface="Open Sans" charset="0"/>
                <a:cs typeface="Open Sans" charset="0"/>
              </a:rPr>
              <a:t>aasas</a:t>
            </a:r>
            <a:r>
              <a:rPr lang="en-US" altLang="en-US" dirty="0">
                <a:solidFill>
                  <a:srgbClr val="5C594C"/>
                </a:solidFill>
                <a:ea typeface="Open Sans" charset="0"/>
                <a:cs typeface="Open Sans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4534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17588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3906837" y="1912936"/>
            <a:ext cx="1643063" cy="1820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1355724" y="1912936"/>
            <a:ext cx="1643063" cy="1820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9009063" y="1912936"/>
            <a:ext cx="1643063" cy="1820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15"/>
          <p:cNvSpPr>
            <a:spLocks noGrp="1"/>
          </p:cNvSpPr>
          <p:nvPr>
            <p:ph type="pic" sz="quarter" idx="16"/>
          </p:nvPr>
        </p:nvSpPr>
        <p:spPr>
          <a:xfrm>
            <a:off x="6457950" y="1912936"/>
            <a:ext cx="1643063" cy="1820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E3438-764F-4A49-8501-EDD1B91957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82CDE85-E3CC-AF45-8C9F-6EC3EC369B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776" y="3903933"/>
            <a:ext cx="2100424" cy="6315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1820EC1-D91E-D24A-AE56-DFDCA1CC9E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6175" y="4633913"/>
            <a:ext cx="2116138" cy="1000125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600" b="0" i="0">
                <a:solidFill>
                  <a:srgbClr val="FCF9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ctr" rtl="0"/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Suspendisse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posuere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viverra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turpis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,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quis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pulvinar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lkmjbvhv</a:t>
            </a:r>
            <a:endParaRPr lang="en-US" b="0" i="0" u="none" strike="noStrike" kern="1200" baseline="0" dirty="0">
              <a:solidFill>
                <a:srgbClr val="5C594C"/>
              </a:solidFill>
              <a:latin typeface="Open Sans" panose="020B0606030504020204" pitchFamily="34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7E6550E-24BE-F84C-86E9-892F1ED25EC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6668" y="3903933"/>
            <a:ext cx="2100424" cy="6315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67FAF2A-71BA-674C-81AD-44A140B53B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62067" y="4633913"/>
            <a:ext cx="2116138" cy="1000125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600" b="0" i="0">
                <a:solidFill>
                  <a:srgbClr val="FCF9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ctr" rtl="0"/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Suspendisse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posuere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viverra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turpis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,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quis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pulvinar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lkmjbvhv</a:t>
            </a:r>
            <a:endParaRPr lang="en-US" b="0" i="0" u="none" strike="noStrike" kern="1200" baseline="0" dirty="0">
              <a:solidFill>
                <a:srgbClr val="5C594C"/>
              </a:solidFill>
              <a:latin typeface="Open Sans" panose="020B0606030504020204" pitchFamily="34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8D09FEE-3E53-7C4E-9433-8DC8F77F56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8274" y="3903933"/>
            <a:ext cx="2100424" cy="6315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BCCF3643-D757-D043-9268-AAE4979054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93673" y="4633913"/>
            <a:ext cx="2116138" cy="1000125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600" b="0" i="0">
                <a:solidFill>
                  <a:srgbClr val="FCF9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ctr" rtl="0"/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Suspendisse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posuere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viverra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turpis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,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quis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pulvinar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lkmjbvhv</a:t>
            </a:r>
            <a:endParaRPr lang="en-US" b="0" i="0" u="none" strike="noStrike" kern="1200" baseline="0" dirty="0">
              <a:solidFill>
                <a:srgbClr val="5C594C"/>
              </a:solidFill>
              <a:latin typeface="Open Sans" panose="020B0606030504020204" pitchFamily="34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9B3C2CA-8232-B145-BA83-C461E860FB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729880" y="3903933"/>
            <a:ext cx="2100424" cy="6315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66B4E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464C8CEB-EBCE-8B4E-9BEB-5DC41B829E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25279" y="4633913"/>
            <a:ext cx="2116138" cy="1000125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600" b="0" i="0">
                <a:solidFill>
                  <a:srgbClr val="FCF9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ctr" rtl="0"/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Suspendisse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posuere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viverra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turpis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,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quis</a:t>
            </a:r>
            <a:r>
              <a:rPr lang="en-US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 pulvinar </a:t>
            </a:r>
            <a:r>
              <a:rPr lang="en-US" b="0" i="0" u="none" strike="noStrike" kern="1200" baseline="0" dirty="0" err="1">
                <a:solidFill>
                  <a:srgbClr val="5C594C"/>
                </a:solidFill>
                <a:latin typeface="Open Sans" panose="020B0606030504020204" pitchFamily="34" charset="0"/>
              </a:rPr>
              <a:t>lkmjbvhv</a:t>
            </a:r>
            <a:endParaRPr lang="en-US" b="0" i="0" u="none" strike="noStrike" kern="1200" baseline="0" dirty="0">
              <a:solidFill>
                <a:srgbClr val="5C594C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1687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1166812" y="1207965"/>
            <a:ext cx="1816101" cy="1820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3848100" y="1207965"/>
            <a:ext cx="1816101" cy="1820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15"/>
          <p:cNvSpPr>
            <a:spLocks noGrp="1"/>
          </p:cNvSpPr>
          <p:nvPr>
            <p:ph type="pic" sz="quarter" idx="16"/>
          </p:nvPr>
        </p:nvSpPr>
        <p:spPr>
          <a:xfrm>
            <a:off x="6529388" y="1207965"/>
            <a:ext cx="1816101" cy="1820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Picture Placeholder 15"/>
          <p:cNvSpPr>
            <a:spLocks noGrp="1"/>
          </p:cNvSpPr>
          <p:nvPr>
            <p:ph type="pic" sz="quarter" idx="17"/>
          </p:nvPr>
        </p:nvSpPr>
        <p:spPr>
          <a:xfrm>
            <a:off x="9210676" y="1207965"/>
            <a:ext cx="1816101" cy="1820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15"/>
          <p:cNvSpPr>
            <a:spLocks noGrp="1"/>
          </p:cNvSpPr>
          <p:nvPr>
            <p:ph type="pic" sz="quarter" idx="18"/>
          </p:nvPr>
        </p:nvSpPr>
        <p:spPr>
          <a:xfrm>
            <a:off x="1166812" y="3803528"/>
            <a:ext cx="1816101" cy="1820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15"/>
          <p:cNvSpPr>
            <a:spLocks noGrp="1"/>
          </p:cNvSpPr>
          <p:nvPr>
            <p:ph type="pic" sz="quarter" idx="19"/>
          </p:nvPr>
        </p:nvSpPr>
        <p:spPr>
          <a:xfrm>
            <a:off x="3848100" y="3803528"/>
            <a:ext cx="1816101" cy="1820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15"/>
          <p:cNvSpPr>
            <a:spLocks noGrp="1"/>
          </p:cNvSpPr>
          <p:nvPr>
            <p:ph type="pic" sz="quarter" idx="20"/>
          </p:nvPr>
        </p:nvSpPr>
        <p:spPr>
          <a:xfrm>
            <a:off x="6529388" y="3803528"/>
            <a:ext cx="1816101" cy="1820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15"/>
          <p:cNvSpPr>
            <a:spLocks noGrp="1"/>
          </p:cNvSpPr>
          <p:nvPr>
            <p:ph type="pic" sz="quarter" idx="21"/>
          </p:nvPr>
        </p:nvSpPr>
        <p:spPr>
          <a:xfrm>
            <a:off x="9210676" y="3803528"/>
            <a:ext cx="1816101" cy="18208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22781-FF60-1340-AC32-4FC3DC222D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E26BF69-1BFE-E04A-846E-343D98B63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B4E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E8F6C9A-7732-3741-9481-ED7115F263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66812" y="3085108"/>
            <a:ext cx="1832109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73EED9-99F2-2640-B89B-36C2262562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66812" y="3383559"/>
            <a:ext cx="1832109" cy="249237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200">
                <a:solidFill>
                  <a:srgbClr val="66B4E3"/>
                </a:solidFill>
              </a:defRPr>
            </a:lvl1pPr>
            <a:lvl2pPr marL="457200" indent="0">
              <a:buNone/>
              <a:defRPr/>
            </a:lvl2pPr>
          </a:lstStyle>
          <a:p>
            <a:pPr algn="ctr" rtl="0"/>
            <a:r>
              <a:rPr lang="en-US" sz="1200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Department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8B34C69-51AB-494B-9805-888CA3B86D4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848100" y="3085108"/>
            <a:ext cx="1832109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E580B63-19E9-A54F-BC2B-1BDA6353AD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48100" y="3383559"/>
            <a:ext cx="1832109" cy="249237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200">
                <a:solidFill>
                  <a:srgbClr val="66B4E3"/>
                </a:solidFill>
              </a:defRPr>
            </a:lvl1pPr>
            <a:lvl2pPr marL="457200" indent="0">
              <a:buNone/>
              <a:defRPr/>
            </a:lvl2pPr>
          </a:lstStyle>
          <a:p>
            <a:pPr algn="ctr" rtl="0"/>
            <a:r>
              <a:rPr lang="en-US" sz="1200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Department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D660600-173F-4A4C-A166-66EF4333CE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29388" y="3087124"/>
            <a:ext cx="1832109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A020AA0-8623-0B48-9A34-58EC563C3B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29388" y="3385575"/>
            <a:ext cx="1832109" cy="249237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200">
                <a:solidFill>
                  <a:srgbClr val="66B4E3"/>
                </a:solidFill>
              </a:defRPr>
            </a:lvl1pPr>
            <a:lvl2pPr marL="457200" indent="0">
              <a:buNone/>
              <a:defRPr/>
            </a:lvl2pPr>
          </a:lstStyle>
          <a:p>
            <a:pPr algn="ctr" rtl="0"/>
            <a:r>
              <a:rPr lang="en-US" sz="1200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Department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72FE2E2-573D-E648-8571-F18FFE6E816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210676" y="3085108"/>
            <a:ext cx="1832109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AE7B4EB-DE51-044A-8992-20968568097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10676" y="3383559"/>
            <a:ext cx="1832109" cy="249237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200">
                <a:solidFill>
                  <a:srgbClr val="66B4E3"/>
                </a:solidFill>
              </a:defRPr>
            </a:lvl1pPr>
            <a:lvl2pPr marL="457200" indent="0">
              <a:buNone/>
              <a:defRPr/>
            </a:lvl2pPr>
          </a:lstStyle>
          <a:p>
            <a:pPr algn="ctr" rtl="0"/>
            <a:r>
              <a:rPr lang="en-US" sz="1200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Department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2D43593-F732-0A40-9A50-E9972F6EDA7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50804" y="5691392"/>
            <a:ext cx="1832109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72DBA60-2D63-E646-8186-57523130375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50804" y="5989843"/>
            <a:ext cx="1832109" cy="249237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200">
                <a:solidFill>
                  <a:srgbClr val="66B4E3"/>
                </a:solidFill>
              </a:defRPr>
            </a:lvl1pPr>
            <a:lvl2pPr marL="457200" indent="0">
              <a:buNone/>
              <a:defRPr/>
            </a:lvl2pPr>
          </a:lstStyle>
          <a:p>
            <a:pPr algn="ctr" rtl="0"/>
            <a:r>
              <a:rPr lang="en-US" sz="1200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Department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D357515-92E1-BE42-A629-A94E4E36DDE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832092" y="5691392"/>
            <a:ext cx="1832109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496B669-3522-3948-94E0-F01FC69921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32092" y="5989843"/>
            <a:ext cx="1832109" cy="249237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200">
                <a:solidFill>
                  <a:srgbClr val="66B4E3"/>
                </a:solidFill>
              </a:defRPr>
            </a:lvl1pPr>
            <a:lvl2pPr marL="457200" indent="0">
              <a:buNone/>
              <a:defRPr/>
            </a:lvl2pPr>
          </a:lstStyle>
          <a:p>
            <a:pPr algn="ctr" rtl="0"/>
            <a:r>
              <a:rPr lang="en-US" sz="1200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Department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C92C094-602F-3648-9687-BCFECE75592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13380" y="5693408"/>
            <a:ext cx="1832109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01A9DF4-6FEE-E54D-882D-5A584341E0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3380" y="5991859"/>
            <a:ext cx="1832109" cy="249237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200">
                <a:solidFill>
                  <a:srgbClr val="66B4E3"/>
                </a:solidFill>
              </a:defRPr>
            </a:lvl1pPr>
            <a:lvl2pPr marL="457200" indent="0">
              <a:buNone/>
              <a:defRPr/>
            </a:lvl2pPr>
          </a:lstStyle>
          <a:p>
            <a:pPr algn="ctr" rtl="0"/>
            <a:r>
              <a:rPr lang="en-US" sz="1200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Department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05BA827-2490-054B-BCC7-8491EEF4320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94668" y="5691392"/>
            <a:ext cx="1832109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C0AB59E8-6BB9-1449-B3B2-1F63B85CB87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94668" y="5989843"/>
            <a:ext cx="1832109" cy="249237"/>
          </a:xfrm>
          <a:prstGeom prst="rect">
            <a:avLst/>
          </a:prstGeom>
        </p:spPr>
        <p:txBody>
          <a:bodyPr/>
          <a:lstStyle>
            <a:lvl1pPr marL="0" indent="0" algn="l" rtl="0">
              <a:buNone/>
              <a:defRPr sz="1200">
                <a:solidFill>
                  <a:srgbClr val="66B4E3"/>
                </a:solidFill>
              </a:defRPr>
            </a:lvl1pPr>
            <a:lvl2pPr marL="457200" indent="0">
              <a:buNone/>
              <a:defRPr/>
            </a:lvl2pPr>
          </a:lstStyle>
          <a:p>
            <a:pPr algn="ctr" rtl="0"/>
            <a:r>
              <a:rPr lang="en-US" sz="1200" b="0" i="0" u="none" strike="noStrike" kern="1200" baseline="0" dirty="0">
                <a:solidFill>
                  <a:srgbClr val="5C594C"/>
                </a:solidFill>
                <a:latin typeface="Open Sans" panose="020B0606030504020204" pitchFamily="34" charset="0"/>
              </a:rPr>
              <a:t>Department</a:t>
            </a:r>
          </a:p>
        </p:txBody>
      </p:sp>
    </p:spTree>
    <p:extLst>
      <p:ext uri="{BB962C8B-B14F-4D97-AF65-F5344CB8AC3E}">
        <p14:creationId xmlns:p14="http://schemas.microsoft.com/office/powerpoint/2010/main" val="5656641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CA7F307-D783-6C4A-9E2A-C254E2EB8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 sz="3200" b="1" i="0" baseline="0">
                <a:solidFill>
                  <a:srgbClr val="66B4E3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3C7CFD6-E946-1C4D-9DF6-19021D642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951" y="2157018"/>
            <a:ext cx="3618119" cy="33890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233E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Integer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orci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sit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amet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augue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tempor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placerat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vel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id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enim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Cras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consequat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iaculis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nisl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, in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ullamcorper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urna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Donec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at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justo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facilisis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rutrum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arcu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sit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amet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luctus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felis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Donec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vel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felis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sapien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Vestibulum vitae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orci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nec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orci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molestie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luctus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Sed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rutrum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at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sapien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semper.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Nulla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egestas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eros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lorem,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sollicitudin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risus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ultrices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eget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Aenean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molestie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sodales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maximus.</a:t>
            </a:r>
            <a:endParaRPr lang="en-US" dirty="0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EA325FC-00A4-C24A-8FF4-8587122C9F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951" y="1613137"/>
            <a:ext cx="3618119" cy="400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="1" i="0" baseline="0">
                <a:solidFill>
                  <a:srgbClr val="66B4E3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0B48B21-C13B-CF7C-5C9A-AD6F6F155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lang="en-US" dirty="0"/>
              <a:t>Confidential | Copyright 2024 FINRA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87E1E4-81A1-4BB0-5273-15CEAE6D2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8063" y="6299200"/>
            <a:ext cx="3175000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B4E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884F0A7A-3AF9-4547-BB76-992D46C71C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285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3C7CFD6-E946-1C4D-9DF6-19021D642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7900" y="2594646"/>
            <a:ext cx="6420953" cy="1917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Integer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quis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orci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sit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amet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augue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tempor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placerat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vel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id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enim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Cras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consequat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iaculis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nisl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, in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ullamcorper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urna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Donec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at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justo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facilisis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rutrum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arcu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sit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amet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,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luctus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felis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Donec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vel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felis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sapien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Vestibulum vitae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orci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nec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orci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molestie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luctus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Sed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rutrum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at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sapien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semper.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Nulla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egestas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eros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lorem,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posuere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sollicitudin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risus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ultrices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eget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.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Aenean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molestie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ea typeface="Open Sans" charset="0"/>
                <a:cs typeface="Open Sans" charset="0"/>
              </a:rPr>
              <a:t>sodales</a:t>
            </a:r>
            <a:r>
              <a:rPr lang="en-US" altLang="en-US" dirty="0">
                <a:solidFill>
                  <a:schemeClr val="bg1"/>
                </a:solidFill>
                <a:ea typeface="Open Sans" charset="0"/>
                <a:cs typeface="Open Sans" charset="0"/>
              </a:rPr>
              <a:t> maximus.</a:t>
            </a:r>
            <a:endParaRPr lang="en-US" dirty="0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EA325FC-00A4-C24A-8FF4-8587122C9F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7900" y="2090214"/>
            <a:ext cx="3618119" cy="400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="1" i="0">
                <a:solidFill>
                  <a:srgbClr val="00B0F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5D0FA1E-CC13-2C30-A16A-B4615C2BA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lang="en-US" dirty="0"/>
              <a:t>Confidential | Copyright 2024 FINRA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ABEA190-8D63-0C9D-88BB-12F846FD8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8063" y="6299200"/>
            <a:ext cx="3175000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B4E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884F0A7A-3AF9-4547-BB76-992D46C71C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659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Option -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5" y="1627188"/>
            <a:ext cx="18288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>
            <a:cxnSpLocks/>
          </p:cNvCxnSpPr>
          <p:nvPr/>
        </p:nvCxnSpPr>
        <p:spPr>
          <a:xfrm>
            <a:off x="1338263" y="3659188"/>
            <a:ext cx="1303337" cy="0"/>
          </a:xfrm>
          <a:prstGeom prst="line">
            <a:avLst/>
          </a:prstGeom>
          <a:ln w="28575">
            <a:solidFill>
              <a:srgbClr val="66B4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9200" y="2854327"/>
            <a:ext cx="8112369" cy="704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aseline="0">
                <a:solidFill>
                  <a:srgbClr val="66B4E3"/>
                </a:solidFill>
                <a:latin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3843949"/>
            <a:ext cx="6862762" cy="502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rgbClr val="66B4E3"/>
                </a:solidFill>
                <a:latin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1219200" y="4921189"/>
            <a:ext cx="6862762" cy="4297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rgbClr val="66B4E3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 (Presenter Name)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350973"/>
            <a:ext cx="6862762" cy="4297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 (Date)</a:t>
            </a:r>
          </a:p>
        </p:txBody>
      </p:sp>
    </p:spTree>
    <p:extLst>
      <p:ext uri="{BB962C8B-B14F-4D97-AF65-F5344CB8AC3E}">
        <p14:creationId xmlns:p14="http://schemas.microsoft.com/office/powerpoint/2010/main" val="6989053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10CBFC6-56D6-274A-9A37-DAFFD26C3F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951" y="484188"/>
            <a:ext cx="9829312" cy="627062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rgbClr val="66B4E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altLang="en-US" dirty="0">
                <a:solidFill>
                  <a:srgbClr val="66B4E3"/>
                </a:solidFill>
                <a:latin typeface="Open Sans Semibold" charset="0"/>
                <a:ea typeface="Open Sans Semibold" charset="0"/>
                <a:cs typeface="Open Sans Semibold" charset="0"/>
              </a:rPr>
              <a:t>HEADLINE ONLY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C8E1AC7-AF7F-085B-145B-A8703820D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lang="en-US" dirty="0"/>
              <a:t>Confidential | Copyright 2024 FINRA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B34417B-20C6-85E2-3FFD-6BB199EE0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8063" y="6299200"/>
            <a:ext cx="3175000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B4E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884F0A7A-3AF9-4547-BB76-992D46C71C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724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l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4DFC40-ABCE-2645-94C9-BFC3A37DB1FE}"/>
              </a:ext>
            </a:extLst>
          </p:cNvPr>
          <p:cNvCxnSpPr>
            <a:cxnSpLocks/>
          </p:cNvCxnSpPr>
          <p:nvPr userDrawn="1"/>
        </p:nvCxnSpPr>
        <p:spPr>
          <a:xfrm>
            <a:off x="2254250" y="2841625"/>
            <a:ext cx="0" cy="755650"/>
          </a:xfrm>
          <a:prstGeom prst="line">
            <a:avLst/>
          </a:prstGeom>
          <a:ln w="28575">
            <a:solidFill>
              <a:srgbClr val="66B4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F328ED4-2CE0-2042-89B3-5D6DF3C3B9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33638" y="2749327"/>
            <a:ext cx="7256462" cy="525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aseline="0">
                <a:solidFill>
                  <a:srgbClr val="66B4E3"/>
                </a:solidFill>
                <a:latin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SECTION HEADLINE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9F8FC04-AB78-CE4B-95F6-3B8EA03281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33638" y="3382057"/>
            <a:ext cx="7256462" cy="34766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>
                <a:solidFill>
                  <a:srgbClr val="233E66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Click here to add text</a:t>
            </a:r>
          </a:p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FEB626-DDC2-234F-BEBF-1D698B74D7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992" y="2558936"/>
            <a:ext cx="1757871" cy="1321027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bg1"/>
              </a:buClr>
              <a:buSzTx/>
              <a:buFont typeface="Courier New" charset="0"/>
              <a:buNone/>
              <a:tabLst/>
              <a:defRPr sz="9600">
                <a:solidFill>
                  <a:srgbClr val="66B4E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C98CD17-2AC6-99CB-03B8-FE5ACB6A6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lang="en-US" dirty="0"/>
              <a:t>Confidential | Copyright 2024 FINRA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C5E290C-81DB-C424-AD75-5164DFA13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8063" y="6299200"/>
            <a:ext cx="3175000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B4E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884F0A7A-3AF9-4547-BB76-992D46C71C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59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8F5FA328-EBF4-DC7C-67B6-C4640A15162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lang="en-US"/>
              <a:t>Confidential | Copyright 2024 FINRA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28063" y="6299200"/>
            <a:ext cx="3175000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B4E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884F0A7A-3AF9-4547-BB76-992D46C71C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19" r:id="rId3"/>
    <p:sldLayoutId id="2147483728" r:id="rId4"/>
    <p:sldLayoutId id="2147483724" r:id="rId5"/>
    <p:sldLayoutId id="2147483737" r:id="rId6"/>
    <p:sldLayoutId id="2147483727" r:id="rId7"/>
    <p:sldLayoutId id="2147483726" r:id="rId8"/>
    <p:sldLayoutId id="2147483738" r:id="rId9"/>
    <p:sldLayoutId id="2147483739" r:id="rId10"/>
    <p:sldLayoutId id="2147483729" r:id="rId11"/>
    <p:sldLayoutId id="2147483730" r:id="rId12"/>
    <p:sldLayoutId id="2147483743" r:id="rId13"/>
    <p:sldLayoutId id="2147483707" r:id="rId14"/>
    <p:sldLayoutId id="2147483735" r:id="rId15"/>
    <p:sldLayoutId id="2147483708" r:id="rId16"/>
    <p:sldLayoutId id="2147483711" r:id="rId17"/>
    <p:sldLayoutId id="2147483709" r:id="rId18"/>
    <p:sldLayoutId id="2147483710" r:id="rId19"/>
    <p:sldLayoutId id="2147483712" r:id="rId20"/>
    <p:sldLayoutId id="2147483713" r:id="rId2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66B4E3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66B4E3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66B4E3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66B4E3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66B4E3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66B4E3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66B4E3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66B4E3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66B4E3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Clr>
          <a:schemeClr val="bg1"/>
        </a:buClr>
        <a:buFont typeface="Courier New" charset="0"/>
        <a:buChar char="o"/>
        <a:defRPr sz="2000" b="1" kern="1200">
          <a:solidFill>
            <a:srgbClr val="66B4E3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chemeClr val="bg1"/>
        </a:buClr>
        <a:buFont typeface="Arial" charset="0"/>
        <a:buChar char="•"/>
        <a:defRPr b="1" kern="1200">
          <a:solidFill>
            <a:schemeClr val="bg1"/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chemeClr val="bg1"/>
        </a:buClr>
        <a:buSzPct val="50000"/>
        <a:buFont typeface="Arial" charset="0"/>
        <a:buChar char="•"/>
        <a:defRPr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124968-4F72-344A-832B-A1404657FF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FC90D37-09D6-0DCC-91E3-AC88C97C3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lang="en-US" dirty="0"/>
              <a:t>Confidential | Copyright 2024 FINRA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EDCA8A-071B-BBF3-DFFD-86A414A0E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8063" y="6299200"/>
            <a:ext cx="3175000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B4E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884F0A7A-3AF9-4547-BB76-992D46C71C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2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E8D54A4-7885-EF4C-8906-E05CED3427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3B7335-38F6-6A4F-AFDC-F587BD0D2CD0}"/>
              </a:ext>
            </a:extLst>
          </p:cNvPr>
          <p:cNvSpPr/>
          <p:nvPr userDrawn="1"/>
        </p:nvSpPr>
        <p:spPr>
          <a:xfrm>
            <a:off x="0" y="1794391"/>
            <a:ext cx="6964680" cy="2945249"/>
          </a:xfrm>
          <a:prstGeom prst="rect">
            <a:avLst/>
          </a:prstGeom>
          <a:solidFill>
            <a:srgbClr val="233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E459D36-2C3B-F72B-6539-C208C20EE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lang="en-US" dirty="0"/>
              <a:t>Confidential | Copyright 2024 FINRA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ACF0D27-64F1-A942-0FCF-E038A6ED9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8063" y="6299200"/>
            <a:ext cx="3175000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B4E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884F0A7A-3AF9-4547-BB76-992D46C71C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98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BD056-FA9D-FB4C-81E3-DB85B53D142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510BEB-8D46-439A-6EC2-E0F5F554E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r>
              <a:rPr lang="en-US" dirty="0"/>
              <a:t>Confidential | Copyright 2024 FINRA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85C1B43-46EB-A3C5-7D24-01D06F5D7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8063" y="6299200"/>
            <a:ext cx="3175000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B4E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884F0A7A-3AF9-4547-BB76-992D46C71C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42" r:id="rId2"/>
    <p:sldLayoutId id="2147483753" r:id="rId3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&amp; Emerging Risk Signal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170432"/>
            <a:ext cx="10966704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082D1"/>
                </a:solidFill>
                <a:latin typeface="Open Sans"/>
              </a:rPr>
              <a:t>How news coverage becomes tracked risk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2908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2648" y="1783080"/>
            <a:ext cx="1290828" cy="63500"/>
          </a:xfrm>
          <a:prstGeom prst="rect">
            <a:avLst/>
          </a:prstGeom>
          <a:solidFill>
            <a:srgbClr val="008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92808"/>
            <a:ext cx="11445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1  Fetch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58568"/>
            <a:ext cx="1144524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Pull news per risk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search term (newsdata.io)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85188" y="2286000"/>
            <a:ext cx="128016" cy="20116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994916" y="1783080"/>
            <a:ext cx="12908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94916" y="1783080"/>
            <a:ext cx="1290828" cy="63500"/>
          </a:xfrm>
          <a:prstGeom prst="rect">
            <a:avLst/>
          </a:prstGeom>
          <a:solidFill>
            <a:srgbClr val="9EC4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68068" y="1892808"/>
            <a:ext cx="11445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2  Sentiment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8068" y="2258568"/>
            <a:ext cx="1144524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VADER scores each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article +/-/neutral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67456" y="2286000"/>
            <a:ext cx="128016" cy="20116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77184" y="1783080"/>
            <a:ext cx="12908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77184" y="1783080"/>
            <a:ext cx="1290828" cy="63500"/>
          </a:xfrm>
          <a:prstGeom prst="rect">
            <a:avLst/>
          </a:prstGeom>
          <a:solidFill>
            <a:srgbClr val="008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0336" y="1892808"/>
            <a:ext cx="11445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3  spaCy NLP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0336" y="2258568"/>
            <a:ext cx="1144524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Entities &amp; keyword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noun-phrases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649724" y="2286000"/>
            <a:ext cx="128016" cy="20116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59452" y="1783080"/>
            <a:ext cx="12908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9452" y="1783080"/>
            <a:ext cx="1290828" cy="63500"/>
          </a:xfrm>
          <a:prstGeom prst="rect">
            <a:avLst/>
          </a:prstGeom>
          <a:solidFill>
            <a:srgbClr val="23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32604" y="1892808"/>
            <a:ext cx="11445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4 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2604" y="2258568"/>
            <a:ext cx="1144524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Embed + dedup +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BERTopic topics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31992" y="2286000"/>
            <a:ext cx="128016" cy="20116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41720" y="1783080"/>
            <a:ext cx="12908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1720" y="1783080"/>
            <a:ext cx="1290828" cy="63500"/>
          </a:xfrm>
          <a:prstGeom prst="rect">
            <a:avLst/>
          </a:prstGeom>
          <a:solidFill>
            <a:srgbClr val="9EC4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4872" y="1892808"/>
            <a:ext cx="11445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5 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4872" y="2258568"/>
            <a:ext cx="1144524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Score 0-1, drop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boilerplate / wire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414260" y="2286000"/>
            <a:ext cx="128016" cy="20116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523988" y="1783080"/>
            <a:ext cx="12908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23988" y="1783080"/>
            <a:ext cx="1290828" cy="63500"/>
          </a:xfrm>
          <a:prstGeom prst="rect">
            <a:avLst/>
          </a:prstGeom>
          <a:solidFill>
            <a:srgbClr val="008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97140" y="1892808"/>
            <a:ext cx="11445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6  Trends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7140" y="2258568"/>
            <a:ext cx="1144524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Monthly signal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intensity per topic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796528" y="2286000"/>
            <a:ext cx="128016" cy="20116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906256" y="1783080"/>
            <a:ext cx="12908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06256" y="1783080"/>
            <a:ext cx="1290828" cy="63500"/>
          </a:xfrm>
          <a:prstGeom prst="rect">
            <a:avLst/>
          </a:prstGeom>
          <a:solidFill>
            <a:srgbClr val="FB4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79408" y="1892808"/>
            <a:ext cx="11445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7  Gaps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2258568"/>
            <a:ext cx="1144524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Taxonomy-fit &amp;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novelty scoring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0178796" y="2286000"/>
            <a:ext cx="128016" cy="20116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288524" y="1783080"/>
            <a:ext cx="12908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288524" y="1783080"/>
            <a:ext cx="1290828" cy="63500"/>
          </a:xfrm>
          <a:prstGeom prst="rect">
            <a:avLst/>
          </a:prstGeom>
          <a:solidFill>
            <a:srgbClr val="23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61676" y="1892808"/>
            <a:ext cx="114452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8 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1676" y="2258568"/>
            <a:ext cx="1144524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Interactive HTML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Open Sans"/>
              </a:rPr>
              <a:t>explorers + index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" y="3337560"/>
            <a:ext cx="5346192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" y="3337560"/>
            <a:ext cx="82296" cy="1463040"/>
          </a:xfrm>
          <a:prstGeom prst="rect">
            <a:avLst/>
          </a:prstGeom>
          <a:solidFill>
            <a:srgbClr val="23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" y="3465576"/>
            <a:ext cx="4980432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33E66"/>
                </a:solidFill>
                <a:latin typeface="Open Sans"/>
              </a:rPr>
              <a:t>Enterprise risks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82D1"/>
                </a:solidFill>
                <a:latin typeface="Open Sans"/>
              </a:rPr>
              <a:t>10 risks</a:t>
            </a:r>
            <a:r>
              <a:rPr sz="1050" b="0" i="0">
                <a:solidFill>
                  <a:srgbClr val="595959"/>
                </a:solidFill>
                <a:latin typeface="Open Sans"/>
              </a:rPr>
              <a:t>  ·  keyword search terms from </a:t>
            </a:r>
            <a:r>
              <a:rPr sz="950" b="0" i="1">
                <a:solidFill>
                  <a:srgbClr val="6B7280"/>
                </a:solidFill>
                <a:latin typeface="Open Sans"/>
              </a:rPr>
              <a:t>EnterpriseRisksListEncoded.csv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3E66"/>
                </a:solidFill>
                <a:latin typeface="Open Sans"/>
              </a:rPr>
              <a:t>~9,000 articles</a:t>
            </a:r>
            <a:r>
              <a:rPr sz="1050" b="0" i="0">
                <a:solidFill>
                  <a:srgbClr val="595959"/>
                </a:solidFill>
                <a:latin typeface="Open Sans"/>
              </a:rPr>
              <a:t> clustered into </a:t>
            </a:r>
            <a:r>
              <a:rPr sz="1100" b="1" i="0">
                <a:solidFill>
                  <a:srgbClr val="233E66"/>
                </a:solidFill>
                <a:latin typeface="Open Sans"/>
              </a:rPr>
              <a:t>60 topics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  <a:latin typeface="Open Sans"/>
              </a:rPr>
              <a:t>Known risks already on the taxonomy — tracked over time.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3160" y="3337560"/>
            <a:ext cx="5346192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33160" y="3337560"/>
            <a:ext cx="82296" cy="1463040"/>
          </a:xfrm>
          <a:prstGeom prst="rect">
            <a:avLst/>
          </a:prstGeom>
          <a:solidFill>
            <a:srgbClr val="9EC4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61760" y="3465576"/>
            <a:ext cx="4980432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33E66"/>
                </a:solidFill>
                <a:latin typeface="Open Sans"/>
              </a:rPr>
              <a:t>Emerging risks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82D1"/>
                </a:solidFill>
                <a:latin typeface="Open Sans"/>
              </a:rPr>
              <a:t>18 risks</a:t>
            </a:r>
            <a:r>
              <a:rPr sz="1050" b="0" i="0">
                <a:solidFill>
                  <a:srgbClr val="595959"/>
                </a:solidFill>
                <a:latin typeface="Open Sans"/>
              </a:rPr>
              <a:t>  ·  keyword search terms from </a:t>
            </a:r>
            <a:r>
              <a:rPr sz="950" b="0" i="1">
                <a:solidFill>
                  <a:srgbClr val="6B7280"/>
                </a:solidFill>
                <a:latin typeface="Open Sans"/>
              </a:rPr>
              <a:t>EmergingRisksListEncoded.csv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33E66"/>
                </a:solidFill>
                <a:latin typeface="Open Sans"/>
              </a:rPr>
              <a:t>~34,000 articles</a:t>
            </a:r>
            <a:r>
              <a:rPr sz="1050" b="0" i="0">
                <a:solidFill>
                  <a:srgbClr val="595959"/>
                </a:solidFill>
                <a:latin typeface="Open Sans"/>
              </a:rPr>
              <a:t> clustered into </a:t>
            </a:r>
            <a:r>
              <a:rPr sz="1100" b="1" i="0">
                <a:solidFill>
                  <a:srgbClr val="233E66"/>
                </a:solidFill>
                <a:latin typeface="Open Sans"/>
              </a:rPr>
              <a:t>60 topics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  <a:latin typeface="Open Sans"/>
              </a:rPr>
              <a:t>Forward-looking risks watched for early signal growth.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4937760"/>
            <a:ext cx="10966704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Open Sans"/>
              </a:rPr>
              <a:t>Both risk types run the identical 8-stage pipeline; only the search-term list differs. </a:t>
            </a:r>
            <a:r>
              <a:rPr sz="850" b="0" i="1">
                <a:solidFill>
                  <a:srgbClr val="6B7280"/>
                </a:solidFill>
                <a:latin typeface="Open Sans"/>
              </a:rPr>
              <a:t>Stages 1-2: news_sentiment_scraper.py · 3-5: topic_clustering.py · 6: topic_trends.py · 7: topic_gaps.py · 8: build_report.py + build_index.py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Plain Language: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170432"/>
            <a:ext cx="10966704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33E66"/>
                </a:solidFill>
                <a:latin typeface="Open Sans"/>
              </a:rPr>
              <a:t>Think of it as a tireless news-reader for risk: </a:t>
            </a:r>
            <a:r>
              <a:rPr sz="1350" b="0" i="0">
                <a:solidFill>
                  <a:srgbClr val="333333"/>
                </a:solidFill>
                <a:latin typeface="Open Sans"/>
              </a:rPr>
              <a:t>it reads the news every day, sorts it into themes, and flags what's getting louder or looks new — so people can act sooner.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74519"/>
            <a:ext cx="206166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2011679"/>
            <a:ext cx="384048" cy="384048"/>
          </a:xfrm>
          <a:prstGeom prst="ellipse">
            <a:avLst/>
          </a:prstGeom>
          <a:solidFill>
            <a:srgbClr val="23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3594099"/>
            <a:ext cx="2061667" cy="63500"/>
          </a:xfrm>
          <a:prstGeom prst="rect">
            <a:avLst/>
          </a:prstGeom>
          <a:solidFill>
            <a:srgbClr val="008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478023"/>
            <a:ext cx="1787347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Gather the news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7"/>
            <a:ext cx="1787347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Open Sans"/>
              </a:rPr>
              <a:t>Every day it collects news articles about the risks we care about, from reputable outlets.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8907" y="1874519"/>
            <a:ext cx="206166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76067" y="2011679"/>
            <a:ext cx="384048" cy="384048"/>
          </a:xfrm>
          <a:prstGeom prst="ellipse">
            <a:avLst/>
          </a:prstGeom>
          <a:solidFill>
            <a:srgbClr val="23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8907" y="3594099"/>
            <a:ext cx="2061667" cy="63500"/>
          </a:xfrm>
          <a:prstGeom prst="rect">
            <a:avLst/>
          </a:prstGeom>
          <a:solidFill>
            <a:srgbClr val="9EC4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6067" y="2478023"/>
            <a:ext cx="1787347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Read the mood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6067" y="2807207"/>
            <a:ext cx="1787347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Open Sans"/>
              </a:rPr>
              <a:t>It judges whether each story is positive, negative, or neutral — tone, not just volume.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166" y="1874519"/>
            <a:ext cx="206166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202326" y="2011679"/>
            <a:ext cx="384048" cy="384048"/>
          </a:xfrm>
          <a:prstGeom prst="ellipse">
            <a:avLst/>
          </a:prstGeom>
          <a:solidFill>
            <a:srgbClr val="23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5166" y="3594099"/>
            <a:ext cx="2061667" cy="63500"/>
          </a:xfrm>
          <a:prstGeom prst="rect">
            <a:avLst/>
          </a:prstGeom>
          <a:solidFill>
            <a:srgbClr val="008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02326" y="2478023"/>
            <a:ext cx="1787347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Group similar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326" y="2807207"/>
            <a:ext cx="1787347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Open Sans"/>
              </a:rPr>
              <a:t>It bundles articles about the same thing into one theme, so you read a topic not hundreds of headlines.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1425" y="1874519"/>
            <a:ext cx="206166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28585" y="2011679"/>
            <a:ext cx="384048" cy="384048"/>
          </a:xfrm>
          <a:prstGeom prst="ellipse">
            <a:avLst/>
          </a:prstGeom>
          <a:solidFill>
            <a:srgbClr val="23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91425" y="3594099"/>
            <a:ext cx="2061667" cy="63500"/>
          </a:xfrm>
          <a:prstGeom prst="rect">
            <a:avLst/>
          </a:prstGeom>
          <a:solidFill>
            <a:srgbClr val="FFC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28585" y="2478023"/>
            <a:ext cx="1787347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Spot what's rising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8585" y="2807207"/>
            <a:ext cx="1787347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Open Sans"/>
              </a:rPr>
              <a:t>It tracks each theme month to month and highlights the fastest-growing — the early warnings.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17684" y="1874519"/>
            <a:ext cx="2061667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54844" y="2011679"/>
            <a:ext cx="384048" cy="384048"/>
          </a:xfrm>
          <a:prstGeom prst="ellipse">
            <a:avLst/>
          </a:prstGeom>
          <a:solidFill>
            <a:srgbClr val="23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17684" y="3594099"/>
            <a:ext cx="2061667" cy="63500"/>
          </a:xfrm>
          <a:prstGeom prst="rect">
            <a:avLst/>
          </a:prstGeom>
          <a:solidFill>
            <a:srgbClr val="23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54844" y="2478023"/>
            <a:ext cx="1787347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33E66"/>
                </a:solidFill>
                <a:latin typeface="Open Sans"/>
              </a:rPr>
              <a:t>Hand off for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4844" y="2807207"/>
            <a:ext cx="1787347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Open Sans"/>
              </a:rPr>
              <a:t>It presents ranked, plain summaries. A person reviews and decides — the tool never decides.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3977639"/>
            <a:ext cx="5346192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" y="3977639"/>
            <a:ext cx="82296" cy="1097280"/>
          </a:xfrm>
          <a:prstGeom prst="rect">
            <a:avLst/>
          </a:prstGeom>
          <a:solidFill>
            <a:srgbClr val="008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4105655"/>
            <a:ext cx="4934712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33E66"/>
                </a:solidFill>
                <a:latin typeface="Open Sans"/>
              </a:rPr>
              <a:t>A simple analogy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33333"/>
                </a:solidFill>
                <a:latin typeface="Open Sans"/>
              </a:rPr>
              <a:t>It's like a smoke detector for risk. It doesn't put out fires or decide what's dangerous — it notices smoke early and points you to the room to check.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3160" y="3977639"/>
            <a:ext cx="5346192" cy="1097280"/>
          </a:xfrm>
          <a:prstGeom prst="roundRect">
            <a:avLst>
              <a:gd name="adj" fmla="val 8000"/>
            </a:avLst>
          </a:prstGeom>
          <a:solidFill>
            <a:srgbClr val="FFF9E6"/>
          </a:solidFill>
          <a:ln w="12700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3160" y="3977639"/>
            <a:ext cx="82296" cy="1097280"/>
          </a:xfrm>
          <a:prstGeom prst="rect">
            <a:avLst/>
          </a:prstGeom>
          <a:solidFill>
            <a:srgbClr val="FFC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1760" y="4105655"/>
            <a:ext cx="4934712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33E66"/>
                </a:solidFill>
                <a:latin typeface="Open Sans"/>
              </a:rPr>
              <a:t>What it can't do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33333"/>
                </a:solidFill>
                <a:latin typeface="Open Sans"/>
              </a:rPr>
              <a:t>It reads mostly headlines and summaries (not full articles), covers US/English news, and can miss nuance. A starting point for review, not the final word.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5257800"/>
            <a:ext cx="1096670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B7280"/>
                </a:solidFill>
                <a:latin typeface="Open Sans"/>
              </a:rPr>
              <a:t>Same engine as the previous slide, described for a general audience. For definitions and common questions, see the FAQ page in the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INRA Brand Colors">
      <a:dk1>
        <a:srgbClr val="000000"/>
      </a:dk1>
      <a:lt1>
        <a:srgbClr val="FFFFFF"/>
      </a:lt1>
      <a:dk2>
        <a:srgbClr val="233E66"/>
      </a:dk2>
      <a:lt2>
        <a:srgbClr val="EEECE1"/>
      </a:lt2>
      <a:accent1>
        <a:srgbClr val="0082D1"/>
      </a:accent1>
      <a:accent2>
        <a:srgbClr val="FB483C"/>
      </a:accent2>
      <a:accent3>
        <a:srgbClr val="93C305"/>
      </a:accent3>
      <a:accent4>
        <a:srgbClr val="233E66"/>
      </a:accent4>
      <a:accent5>
        <a:srgbClr val="3A7D9B"/>
      </a:accent5>
      <a:accent6>
        <a:srgbClr val="FFD043"/>
      </a:accent6>
      <a:hlink>
        <a:srgbClr val="0082D1"/>
      </a:hlink>
      <a:folHlink>
        <a:srgbClr val="9EC305"/>
      </a:folHlink>
    </a:clrScheme>
    <a:fontScheme name="FINRA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dirty="0" err="1">
            <a:solidFill>
              <a:srgbClr val="CCDEEE"/>
            </a:solidFill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A3EEB024-CF13-194F-9D76-D347CD7F1602}" vid="{CB6E6473-614D-2443-ADCC-08E57AF8DE3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3EEB024-CF13-194F-9D76-D347CD7F1602}" vid="{72750F5D-C528-C24B-B106-DC3A1659EC12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3EEB024-CF13-194F-9D76-D347CD7F1602}" vid="{509AAEF1-2D85-664E-AE01-14762FE4E7FD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3EEB024-CF13-194F-9D76-D347CD7F1602}" vid="{0932748C-3D25-F64E-BE5C-59EF662E62D0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78c9c9b-7828-4e8e-a38f-bcef80592eb0" xsi:nil="true"/>
    <lcf76f155ced4ddcb4097134ff3c332f xmlns="af2dc8ce-b5b9-4309-80e0-69adb0bcfd8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30BC334F74914DB53DF845CF11761B" ma:contentTypeVersion="9" ma:contentTypeDescription="Create a new document." ma:contentTypeScope="" ma:versionID="cd5d9a5425316542fa6b94424926038e">
  <xsd:schema xmlns:xsd="http://www.w3.org/2001/XMLSchema" xmlns:xs="http://www.w3.org/2001/XMLSchema" xmlns:p="http://schemas.microsoft.com/office/2006/metadata/properties" xmlns:ns2="af2dc8ce-b5b9-4309-80e0-69adb0bcfd82" xmlns:ns3="d78c9c9b-7828-4e8e-a38f-bcef80592eb0" targetNamespace="http://schemas.microsoft.com/office/2006/metadata/properties" ma:root="true" ma:fieldsID="f96842628b95daf3fe73c3ed95fd326e" ns2:_="" ns3:_="">
    <xsd:import namespace="af2dc8ce-b5b9-4309-80e0-69adb0bcfd82"/>
    <xsd:import namespace="d78c9c9b-7828-4e8e-a38f-bcef80592e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2dc8ce-b5b9-4309-80e0-69adb0bcfd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6edc007-c38c-4efe-a094-ac264930a1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8c9c9b-7828-4e8e-a38f-bcef80592eb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b0034fd6-35d7-4323-a43e-a4bbef50730f}" ma:internalName="TaxCatchAll" ma:showField="CatchAllData" ma:web="d78c9c9b-7828-4e8e-a38f-bcef80592e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7E76FD-1D7B-4941-84D0-D666CA7F00A4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af2dc8ce-b5b9-4309-80e0-69adb0bcfd82"/>
    <ds:schemaRef ds:uri="http://purl.org/dc/terms/"/>
    <ds:schemaRef ds:uri="d78c9c9b-7828-4e8e-a38f-bcef80592eb0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56ED8B5-7479-4264-878C-04A7DB2355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2dc8ce-b5b9-4309-80e0-69adb0bcfd82"/>
    <ds:schemaRef ds:uri="d78c9c9b-7828-4e8e-a38f-bcef80592e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3E23DC-7C3D-4A60-AAF1-6A5B2AC506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452</Words>
  <Application>Microsoft Office PowerPoint</Application>
  <PresentationFormat>Widescreen</PresentationFormat>
  <Paragraphs>57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Open Sans</vt:lpstr>
      <vt:lpstr>Open Sans Semibold</vt:lpstr>
      <vt:lpstr>Office Theme</vt:lpstr>
      <vt:lpstr>1_Custom Design</vt:lpstr>
      <vt:lpstr>2_Custom Design</vt:lpstr>
      <vt:lpstr>Custom Design</vt:lpstr>
      <vt:lpstr>Enterprise &amp; Emerging Risk Signal Pipeline</vt:lpstr>
      <vt:lpstr>In Plain Language: How It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Williams, Jason</dc:creator>
  <cp:lastModifiedBy>Larson, Jon</cp:lastModifiedBy>
  <cp:revision>1</cp:revision>
  <cp:lastPrinted>2018-07-02T21:39:55Z</cp:lastPrinted>
  <dcterms:created xsi:type="dcterms:W3CDTF">2025-11-25T16:12:27Z</dcterms:created>
  <dcterms:modified xsi:type="dcterms:W3CDTF">2026-09-29T13:31:35Z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0x0101006730BC334F74914DB53DF845CF11761B</vt:lpwstr>
  </property>
  <property fmtid="{D5CDD505-2E9C-101B-9397-08002B2CF9AE}" pid="3" name="CorpCom Category">
    <vt:lpwstr>5288;#FINRA Templates|91eec77c-0c27-4f52-99f8-763b3c4393b1</vt:lpwstr>
  </property>
  <property fmtid="{D5CDD505-2E9C-101B-9397-08002B2CF9AE}" pid="4" name="CorpCommTemplateLocation">
    <vt:lpwstr>5292;#All Locations|bd5f5001-ce21-4c9e-a6e7-118ecdcaffbf</vt:lpwstr>
  </property>
  <property fmtid="{D5CDD505-2E9C-101B-9397-08002B2CF9AE}" pid="5" name="CorpCommTemplateType">
    <vt:lpwstr>5291;#PowerPoint|3129ef04-fa35-421d-8b21-54cada21af96</vt:lpwstr>
  </property>
  <property fmtid="{D5CDD505-2E9C-101B-9397-08002B2CF9AE}" pid="6" name="FINRAnetKeywords">
    <vt:lpwstr/>
  </property>
  <property fmtid="{D5CDD505-2E9C-101B-9397-08002B2CF9AE}" pid="7" name="NXPowerLiteLastOptimized">
    <vt:lpwstr>3340251</vt:lpwstr>
  </property>
  <property fmtid="{D5CDD505-2E9C-101B-9397-08002B2CF9AE}" pid="8" name="NXPowerLiteSettings">
    <vt:lpwstr>C7000400038000</vt:lpwstr>
  </property>
  <property fmtid="{D5CDD505-2E9C-101B-9397-08002B2CF9AE}" pid="9" name="NXPowerLiteVersion">
    <vt:lpwstr>S8.2.2</vt:lpwstr>
  </property>
  <property fmtid="{D5CDD505-2E9C-101B-9397-08002B2CF9AE}" pid="10" name="e06bc055988742f1bcda51481c8c2369">
    <vt:lpwstr>PowerPoint|3129ef04-fa35-421d-8b21-54cada21af96</vt:lpwstr>
  </property>
  <property fmtid="{D5CDD505-2E9C-101B-9397-08002B2CF9AE}" pid="11" name="lc36536e56f04972a479d25ef97574bc">
    <vt:lpwstr>All Locations|bd5f5001-ce21-4c9e-a6e7-118ecdcaffbf</vt:lpwstr>
  </property>
  <property fmtid="{D5CDD505-2E9C-101B-9397-08002B2CF9AE}" pid="12" name="_AdHocReviewCycleID">
    <vt:i4>-1634473668</vt:i4>
  </property>
  <property fmtid="{D5CDD505-2E9C-101B-9397-08002B2CF9AE}" pid="13" name="_NewReviewCycle">
    <vt:lpwstr/>
  </property>
  <property fmtid="{D5CDD505-2E9C-101B-9397-08002B2CF9AE}" pid="14" name="_EmailSubject">
    <vt:lpwstr>FYI: What is FINRA/FINRA Forward slides</vt:lpwstr>
  </property>
  <property fmtid="{D5CDD505-2E9C-101B-9397-08002B2CF9AE}" pid="15" name="_PreviousAdHocReviewCycleID">
    <vt:i4>-668307529</vt:i4>
  </property>
</Properties>
</file>